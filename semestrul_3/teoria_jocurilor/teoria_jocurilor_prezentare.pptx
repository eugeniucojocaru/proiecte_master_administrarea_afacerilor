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6" r:id="rId5"/>
    <p:sldId id="297" r:id="rId6"/>
    <p:sldId id="280" r:id="rId7"/>
    <p:sldId id="262" r:id="rId8"/>
    <p:sldId id="298" r:id="rId9"/>
    <p:sldId id="299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F0CF3-8F7F-4B3B-A1FE-0A257B6DFCBE}" v="98" dt="2026-01-13T19:43:25.718"/>
  </p1510:revLst>
</p1510:revInfo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3" autoAdjust="0"/>
    <p:restoredTop sz="87811" autoAdjust="0"/>
  </p:normalViewPr>
  <p:slideViewPr>
    <p:cSldViewPr snapToGrid="0" showGuides="1">
      <p:cViewPr varScale="1">
        <p:scale>
          <a:sx n="97" d="100"/>
          <a:sy n="97" d="100"/>
        </p:scale>
        <p:origin x="11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E7ACBA-9A7E-401D-8F32-F661328688A7}" type="doc">
      <dgm:prSet loTypeId="urn:microsoft.com/office/officeart/2005/8/layout/vProcess5" loCatId="process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A1B8D1D-CAAC-438A-B189-AA86AA110064}">
      <dgm:prSet/>
      <dgm:spPr/>
      <dgm:t>
        <a:bodyPr/>
        <a:lstStyle/>
        <a:p>
          <a:r>
            <a:rPr lang="ro-RO" b="1" i="0" baseline="0" dirty="0">
              <a:solidFill>
                <a:schemeClr val="accent2">
                  <a:lumMod val="25000"/>
                </a:schemeClr>
              </a:solidFill>
            </a:rPr>
            <a:t>Jocul ultimatumului</a:t>
          </a:r>
          <a:r>
            <a:rPr lang="en-US" b="1" i="0" baseline="0" dirty="0">
              <a:solidFill>
                <a:schemeClr val="accent2">
                  <a:lumMod val="25000"/>
                </a:schemeClr>
              </a:solidFill>
            </a:rPr>
            <a:t>:</a:t>
          </a:r>
          <a:r>
            <a:rPr lang="ro-RO" b="0" i="0" baseline="0" dirty="0">
              <a:solidFill>
                <a:schemeClr val="accent2">
                  <a:lumMod val="25000"/>
                </a:schemeClr>
              </a:solidFill>
            </a:rPr>
            <a:t> Disney – </a:t>
          </a:r>
          <a:r>
            <a:rPr lang="ro-RO" b="0" i="0" baseline="0" dirty="0" err="1">
              <a:solidFill>
                <a:schemeClr val="accent2">
                  <a:lumMod val="25000"/>
                </a:schemeClr>
              </a:solidFill>
            </a:rPr>
            <a:t>Pixar</a:t>
          </a:r>
          <a:endParaRPr lang="en-US" dirty="0">
            <a:solidFill>
              <a:schemeClr val="accent2">
                <a:lumMod val="25000"/>
              </a:schemeClr>
            </a:solidFill>
          </a:endParaRPr>
        </a:p>
      </dgm:t>
    </dgm:pt>
    <dgm:pt modelId="{E52415DB-07B5-4473-BAF1-3E7F0F110B71}" type="parTrans" cxnId="{38339F58-6196-409F-BD1F-3548B1676233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09DDA1FA-712D-4D20-930E-24B2EF70673C}" type="sibTrans" cxnId="{38339F58-6196-409F-BD1F-3548B1676233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110BE6F4-16ED-4BC3-A9D7-1482E9E28E12}">
      <dgm:prSet/>
      <dgm:spPr/>
      <dgm:t>
        <a:bodyPr/>
        <a:lstStyle/>
        <a:p>
          <a:r>
            <a:rPr lang="ro-RO" b="1" i="0" baseline="0">
              <a:solidFill>
                <a:schemeClr val="accent2">
                  <a:lumMod val="25000"/>
                </a:schemeClr>
              </a:solidFill>
            </a:rPr>
            <a:t>Skanderberg</a:t>
          </a:r>
          <a:r>
            <a:rPr lang="en-US" b="1" i="0" baseline="0">
              <a:solidFill>
                <a:schemeClr val="accent2">
                  <a:lumMod val="25000"/>
                </a:schemeClr>
              </a:solidFill>
            </a:rPr>
            <a:t>: </a:t>
          </a:r>
          <a:r>
            <a:rPr lang="ro-RO" b="0" i="0" baseline="0">
              <a:solidFill>
                <a:schemeClr val="accent2">
                  <a:lumMod val="25000"/>
                </a:schemeClr>
              </a:solidFill>
            </a:rPr>
            <a:t>M</a:t>
          </a:r>
          <a:r>
            <a:rPr lang="en-US" b="0" i="0" baseline="0">
              <a:solidFill>
                <a:schemeClr val="accent2">
                  <a:lumMod val="25000"/>
                </a:schemeClr>
              </a:solidFill>
            </a:rPr>
            <a:t>alice in </a:t>
          </a:r>
          <a:r>
            <a:rPr lang="ro-RO" b="0" i="0" baseline="0">
              <a:solidFill>
                <a:schemeClr val="accent2">
                  <a:lumMod val="25000"/>
                </a:schemeClr>
              </a:solidFill>
            </a:rPr>
            <a:t>D</a:t>
          </a:r>
          <a:r>
            <a:rPr lang="en-US" b="0" i="0" baseline="0">
              <a:solidFill>
                <a:schemeClr val="accent2">
                  <a:lumMod val="25000"/>
                </a:schemeClr>
              </a:solidFill>
            </a:rPr>
            <a:t>allas</a:t>
          </a:r>
          <a:endParaRPr lang="en-US" b="0" dirty="0">
            <a:solidFill>
              <a:schemeClr val="accent2">
                <a:lumMod val="25000"/>
              </a:schemeClr>
            </a:solidFill>
          </a:endParaRPr>
        </a:p>
      </dgm:t>
    </dgm:pt>
    <dgm:pt modelId="{D32B29A0-C9AF-42D8-951F-D3A04214A0A8}" type="parTrans" cxnId="{DD960D71-83FD-4D7E-98E7-22D17B5F1B3C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A12273C6-B551-429A-BEF0-46A61BF6F668}" type="sibTrans" cxnId="{DD960D71-83FD-4D7E-98E7-22D17B5F1B3C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167E8073-28AF-4CE2-B873-F619528C5D97}">
      <dgm:prSet/>
      <dgm:spPr/>
      <dgm:t>
        <a:bodyPr/>
        <a:lstStyle/>
        <a:p>
          <a:r>
            <a:rPr lang="ro-RO" b="1" i="0" baseline="0">
              <a:solidFill>
                <a:schemeClr val="accent2">
                  <a:lumMod val="25000"/>
                </a:schemeClr>
              </a:solidFill>
            </a:rPr>
            <a:t>Aruncarea monedei</a:t>
          </a:r>
          <a:r>
            <a:rPr lang="en-US" b="1" i="0" baseline="0">
              <a:solidFill>
                <a:schemeClr val="accent2">
                  <a:lumMod val="25000"/>
                </a:schemeClr>
              </a:solidFill>
            </a:rPr>
            <a:t>: </a:t>
          </a:r>
          <a:r>
            <a:rPr lang="ro-RO" b="0" i="0" baseline="0">
              <a:solidFill>
                <a:schemeClr val="accent2">
                  <a:lumMod val="25000"/>
                </a:schemeClr>
              </a:solidFill>
            </a:rPr>
            <a:t>Portland</a:t>
          </a:r>
          <a:endParaRPr lang="en-US" b="0" dirty="0">
            <a:solidFill>
              <a:schemeClr val="accent2">
                <a:lumMod val="25000"/>
              </a:schemeClr>
            </a:solidFill>
          </a:endParaRPr>
        </a:p>
      </dgm:t>
    </dgm:pt>
    <dgm:pt modelId="{103FD3E4-2866-499F-8C7C-8D66571789F1}" type="parTrans" cxnId="{4BFBE3C3-7443-4300-8699-708C8C769C8D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E96EC05D-6998-4E37-8EE0-51032F727D56}" type="sibTrans" cxnId="{4BFBE3C3-7443-4300-8699-708C8C769C8D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5FD66774-A200-4D37-B4AE-A8BF0124F613}">
      <dgm:prSet/>
      <dgm:spPr/>
      <dgm:t>
        <a:bodyPr/>
        <a:lstStyle/>
        <a:p>
          <a:r>
            <a:rPr lang="ro-RO" b="1" i="0" baseline="0">
              <a:solidFill>
                <a:schemeClr val="accent2">
                  <a:lumMod val="25000"/>
                </a:schemeClr>
              </a:solidFill>
            </a:rPr>
            <a:t>Piatră-Hârtie-Foarfecă: </a:t>
          </a:r>
          <a:r>
            <a:rPr lang="ro-RO" b="0" i="0" baseline="0">
              <a:solidFill>
                <a:schemeClr val="accent2">
                  <a:lumMod val="25000"/>
                </a:schemeClr>
              </a:solidFill>
            </a:rPr>
            <a:t>Ordinul Curții Federale</a:t>
          </a:r>
          <a:endParaRPr lang="en-US" dirty="0">
            <a:solidFill>
              <a:schemeClr val="accent2">
                <a:lumMod val="25000"/>
              </a:schemeClr>
            </a:solidFill>
          </a:endParaRPr>
        </a:p>
      </dgm:t>
    </dgm:pt>
    <dgm:pt modelId="{E5E0D5CC-3783-441F-B2FE-5B735F08D0BE}" type="parTrans" cxnId="{DCDDA243-8663-4093-8E10-80119014B66D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B08FCB48-CF5F-458B-AA0D-C440451722BB}" type="sibTrans" cxnId="{DCDDA243-8663-4093-8E10-80119014B66D}">
      <dgm:prSet/>
      <dgm:spPr/>
      <dgm:t>
        <a:bodyPr/>
        <a:lstStyle/>
        <a:p>
          <a:endParaRPr lang="en-US">
            <a:solidFill>
              <a:schemeClr val="accent2">
                <a:lumMod val="25000"/>
              </a:schemeClr>
            </a:solidFill>
          </a:endParaRPr>
        </a:p>
      </dgm:t>
    </dgm:pt>
    <dgm:pt modelId="{96AEC50B-7CF1-40DA-964F-45CCF9B91047}" type="pres">
      <dgm:prSet presAssocID="{6CE7ACBA-9A7E-401D-8F32-F661328688A7}" presName="outerComposite" presStyleCnt="0">
        <dgm:presLayoutVars>
          <dgm:chMax val="5"/>
          <dgm:dir/>
          <dgm:resizeHandles val="exact"/>
        </dgm:presLayoutVars>
      </dgm:prSet>
      <dgm:spPr/>
    </dgm:pt>
    <dgm:pt modelId="{21CB631A-2F91-478B-9FD8-57096E0059B9}" type="pres">
      <dgm:prSet presAssocID="{6CE7ACBA-9A7E-401D-8F32-F661328688A7}" presName="dummyMaxCanvas" presStyleCnt="0">
        <dgm:presLayoutVars/>
      </dgm:prSet>
      <dgm:spPr/>
    </dgm:pt>
    <dgm:pt modelId="{5A14D106-7ED1-4D77-AB8F-80EE3EC416E8}" type="pres">
      <dgm:prSet presAssocID="{6CE7ACBA-9A7E-401D-8F32-F661328688A7}" presName="FourNodes_1" presStyleLbl="node1" presStyleIdx="0" presStyleCnt="4">
        <dgm:presLayoutVars>
          <dgm:bulletEnabled val="1"/>
        </dgm:presLayoutVars>
      </dgm:prSet>
      <dgm:spPr/>
    </dgm:pt>
    <dgm:pt modelId="{BB994388-353D-4E43-ADB8-BF483063E3CF}" type="pres">
      <dgm:prSet presAssocID="{6CE7ACBA-9A7E-401D-8F32-F661328688A7}" presName="FourNodes_2" presStyleLbl="node1" presStyleIdx="1" presStyleCnt="4">
        <dgm:presLayoutVars>
          <dgm:bulletEnabled val="1"/>
        </dgm:presLayoutVars>
      </dgm:prSet>
      <dgm:spPr/>
    </dgm:pt>
    <dgm:pt modelId="{D78DA8BB-C818-42D3-888B-E70A1F51CD6F}" type="pres">
      <dgm:prSet presAssocID="{6CE7ACBA-9A7E-401D-8F32-F661328688A7}" presName="FourNodes_3" presStyleLbl="node1" presStyleIdx="2" presStyleCnt="4">
        <dgm:presLayoutVars>
          <dgm:bulletEnabled val="1"/>
        </dgm:presLayoutVars>
      </dgm:prSet>
      <dgm:spPr/>
    </dgm:pt>
    <dgm:pt modelId="{D1DD6E85-D547-4911-B7EE-5173D050676B}" type="pres">
      <dgm:prSet presAssocID="{6CE7ACBA-9A7E-401D-8F32-F661328688A7}" presName="FourNodes_4" presStyleLbl="node1" presStyleIdx="3" presStyleCnt="4">
        <dgm:presLayoutVars>
          <dgm:bulletEnabled val="1"/>
        </dgm:presLayoutVars>
      </dgm:prSet>
      <dgm:spPr/>
    </dgm:pt>
    <dgm:pt modelId="{67BAE0C6-0F38-4B3A-AF73-AB05197D0ADD}" type="pres">
      <dgm:prSet presAssocID="{6CE7ACBA-9A7E-401D-8F32-F661328688A7}" presName="FourConn_1-2" presStyleLbl="fgAccFollowNode1" presStyleIdx="0" presStyleCnt="3">
        <dgm:presLayoutVars>
          <dgm:bulletEnabled val="1"/>
        </dgm:presLayoutVars>
      </dgm:prSet>
      <dgm:spPr/>
    </dgm:pt>
    <dgm:pt modelId="{D73A81A3-4D99-4620-AD8E-BF4208F9D9DE}" type="pres">
      <dgm:prSet presAssocID="{6CE7ACBA-9A7E-401D-8F32-F661328688A7}" presName="FourConn_2-3" presStyleLbl="fgAccFollowNode1" presStyleIdx="1" presStyleCnt="3">
        <dgm:presLayoutVars>
          <dgm:bulletEnabled val="1"/>
        </dgm:presLayoutVars>
      </dgm:prSet>
      <dgm:spPr/>
    </dgm:pt>
    <dgm:pt modelId="{1730544B-9474-45E8-B985-DF364647D2DA}" type="pres">
      <dgm:prSet presAssocID="{6CE7ACBA-9A7E-401D-8F32-F661328688A7}" presName="FourConn_3-4" presStyleLbl="fgAccFollowNode1" presStyleIdx="2" presStyleCnt="3">
        <dgm:presLayoutVars>
          <dgm:bulletEnabled val="1"/>
        </dgm:presLayoutVars>
      </dgm:prSet>
      <dgm:spPr/>
    </dgm:pt>
    <dgm:pt modelId="{43F5581D-3D2D-4C15-8B9D-81EECCA14A0A}" type="pres">
      <dgm:prSet presAssocID="{6CE7ACBA-9A7E-401D-8F32-F661328688A7}" presName="FourNodes_1_text" presStyleLbl="node1" presStyleIdx="3" presStyleCnt="4">
        <dgm:presLayoutVars>
          <dgm:bulletEnabled val="1"/>
        </dgm:presLayoutVars>
      </dgm:prSet>
      <dgm:spPr/>
    </dgm:pt>
    <dgm:pt modelId="{35D33B4B-A964-4114-B4C0-4DD703C87A7A}" type="pres">
      <dgm:prSet presAssocID="{6CE7ACBA-9A7E-401D-8F32-F661328688A7}" presName="FourNodes_2_text" presStyleLbl="node1" presStyleIdx="3" presStyleCnt="4">
        <dgm:presLayoutVars>
          <dgm:bulletEnabled val="1"/>
        </dgm:presLayoutVars>
      </dgm:prSet>
      <dgm:spPr/>
    </dgm:pt>
    <dgm:pt modelId="{4DA8B5ED-59C1-4790-9329-4529D1254F7D}" type="pres">
      <dgm:prSet presAssocID="{6CE7ACBA-9A7E-401D-8F32-F661328688A7}" presName="FourNodes_3_text" presStyleLbl="node1" presStyleIdx="3" presStyleCnt="4">
        <dgm:presLayoutVars>
          <dgm:bulletEnabled val="1"/>
        </dgm:presLayoutVars>
      </dgm:prSet>
      <dgm:spPr/>
    </dgm:pt>
    <dgm:pt modelId="{81BC45F5-E7A8-4D02-8509-E815D3607AA8}" type="pres">
      <dgm:prSet presAssocID="{6CE7ACBA-9A7E-401D-8F32-F661328688A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74E5000-B406-4085-80F9-1D5F42B206CC}" type="presOf" srcId="{A12273C6-B551-429A-BEF0-46A61BF6F668}" destId="{D73A81A3-4D99-4620-AD8E-BF4208F9D9DE}" srcOrd="0" destOrd="0" presId="urn:microsoft.com/office/officeart/2005/8/layout/vProcess5"/>
    <dgm:cxn modelId="{12526B0F-8EA3-4969-BBE3-D91FF06D54D0}" type="presOf" srcId="{5FD66774-A200-4D37-B4AE-A8BF0124F613}" destId="{D1DD6E85-D547-4911-B7EE-5173D050676B}" srcOrd="0" destOrd="0" presId="urn:microsoft.com/office/officeart/2005/8/layout/vProcess5"/>
    <dgm:cxn modelId="{E4729C33-3BAA-4BBF-AC55-4D82978ED08A}" type="presOf" srcId="{E96EC05D-6998-4E37-8EE0-51032F727D56}" destId="{1730544B-9474-45E8-B985-DF364647D2DA}" srcOrd="0" destOrd="0" presId="urn:microsoft.com/office/officeart/2005/8/layout/vProcess5"/>
    <dgm:cxn modelId="{DCDDA243-8663-4093-8E10-80119014B66D}" srcId="{6CE7ACBA-9A7E-401D-8F32-F661328688A7}" destId="{5FD66774-A200-4D37-B4AE-A8BF0124F613}" srcOrd="3" destOrd="0" parTransId="{E5E0D5CC-3783-441F-B2FE-5B735F08D0BE}" sibTransId="{B08FCB48-CF5F-458B-AA0D-C440451722BB}"/>
    <dgm:cxn modelId="{771A1350-953F-406F-83A5-0D59B62186F2}" type="presOf" srcId="{5FD66774-A200-4D37-B4AE-A8BF0124F613}" destId="{81BC45F5-E7A8-4D02-8509-E815D3607AA8}" srcOrd="1" destOrd="0" presId="urn:microsoft.com/office/officeart/2005/8/layout/vProcess5"/>
    <dgm:cxn modelId="{38339F58-6196-409F-BD1F-3548B1676233}" srcId="{6CE7ACBA-9A7E-401D-8F32-F661328688A7}" destId="{0A1B8D1D-CAAC-438A-B189-AA86AA110064}" srcOrd="0" destOrd="0" parTransId="{E52415DB-07B5-4473-BAF1-3E7F0F110B71}" sibTransId="{09DDA1FA-712D-4D20-930E-24B2EF70673C}"/>
    <dgm:cxn modelId="{DD960D71-83FD-4D7E-98E7-22D17B5F1B3C}" srcId="{6CE7ACBA-9A7E-401D-8F32-F661328688A7}" destId="{110BE6F4-16ED-4BC3-A9D7-1482E9E28E12}" srcOrd="1" destOrd="0" parTransId="{D32B29A0-C9AF-42D8-951F-D3A04214A0A8}" sibTransId="{A12273C6-B551-429A-BEF0-46A61BF6F668}"/>
    <dgm:cxn modelId="{2C4D367D-2100-4C03-87EC-AA461BC6657B}" type="presOf" srcId="{110BE6F4-16ED-4BC3-A9D7-1482E9E28E12}" destId="{35D33B4B-A964-4114-B4C0-4DD703C87A7A}" srcOrd="1" destOrd="0" presId="urn:microsoft.com/office/officeart/2005/8/layout/vProcess5"/>
    <dgm:cxn modelId="{614E497E-C6CD-48A3-8FCD-D1D965DCF47E}" type="presOf" srcId="{0A1B8D1D-CAAC-438A-B189-AA86AA110064}" destId="{5A14D106-7ED1-4D77-AB8F-80EE3EC416E8}" srcOrd="0" destOrd="0" presId="urn:microsoft.com/office/officeart/2005/8/layout/vProcess5"/>
    <dgm:cxn modelId="{BE3E049B-39AB-4201-AB0A-2D3F85D2A90B}" type="presOf" srcId="{110BE6F4-16ED-4BC3-A9D7-1482E9E28E12}" destId="{BB994388-353D-4E43-ADB8-BF483063E3CF}" srcOrd="0" destOrd="0" presId="urn:microsoft.com/office/officeart/2005/8/layout/vProcess5"/>
    <dgm:cxn modelId="{1C0CCFA2-66C1-4636-8DF8-517263F7C5F6}" type="presOf" srcId="{6CE7ACBA-9A7E-401D-8F32-F661328688A7}" destId="{96AEC50B-7CF1-40DA-964F-45CCF9B91047}" srcOrd="0" destOrd="0" presId="urn:microsoft.com/office/officeart/2005/8/layout/vProcess5"/>
    <dgm:cxn modelId="{D3B6B1AA-98A4-486A-9A99-72BF92AC959D}" type="presOf" srcId="{167E8073-28AF-4CE2-B873-F619528C5D97}" destId="{D78DA8BB-C818-42D3-888B-E70A1F51CD6F}" srcOrd="0" destOrd="0" presId="urn:microsoft.com/office/officeart/2005/8/layout/vProcess5"/>
    <dgm:cxn modelId="{A06EF1BB-2407-46FD-819D-6C7F3424FA9F}" type="presOf" srcId="{167E8073-28AF-4CE2-B873-F619528C5D97}" destId="{4DA8B5ED-59C1-4790-9329-4529D1254F7D}" srcOrd="1" destOrd="0" presId="urn:microsoft.com/office/officeart/2005/8/layout/vProcess5"/>
    <dgm:cxn modelId="{0B8D3FC0-2EBB-4B87-97C7-8FB2CB0AA890}" type="presOf" srcId="{0A1B8D1D-CAAC-438A-B189-AA86AA110064}" destId="{43F5581D-3D2D-4C15-8B9D-81EECCA14A0A}" srcOrd="1" destOrd="0" presId="urn:microsoft.com/office/officeart/2005/8/layout/vProcess5"/>
    <dgm:cxn modelId="{4BFBE3C3-7443-4300-8699-708C8C769C8D}" srcId="{6CE7ACBA-9A7E-401D-8F32-F661328688A7}" destId="{167E8073-28AF-4CE2-B873-F619528C5D97}" srcOrd="2" destOrd="0" parTransId="{103FD3E4-2866-499F-8C7C-8D66571789F1}" sibTransId="{E96EC05D-6998-4E37-8EE0-51032F727D56}"/>
    <dgm:cxn modelId="{B045BFF9-9F52-4378-A540-DDAA50D645B5}" type="presOf" srcId="{09DDA1FA-712D-4D20-930E-24B2EF70673C}" destId="{67BAE0C6-0F38-4B3A-AF73-AB05197D0ADD}" srcOrd="0" destOrd="0" presId="urn:microsoft.com/office/officeart/2005/8/layout/vProcess5"/>
    <dgm:cxn modelId="{C00B3CA3-7CBF-46A7-B4A9-0D3F77CDD49E}" type="presParOf" srcId="{96AEC50B-7CF1-40DA-964F-45CCF9B91047}" destId="{21CB631A-2F91-478B-9FD8-57096E0059B9}" srcOrd="0" destOrd="0" presId="urn:microsoft.com/office/officeart/2005/8/layout/vProcess5"/>
    <dgm:cxn modelId="{DA942BF6-1675-4DE4-9858-5B9B9A3F38BA}" type="presParOf" srcId="{96AEC50B-7CF1-40DA-964F-45CCF9B91047}" destId="{5A14D106-7ED1-4D77-AB8F-80EE3EC416E8}" srcOrd="1" destOrd="0" presId="urn:microsoft.com/office/officeart/2005/8/layout/vProcess5"/>
    <dgm:cxn modelId="{91E974A6-C61F-486C-8E4C-CB9CBBDEE009}" type="presParOf" srcId="{96AEC50B-7CF1-40DA-964F-45CCF9B91047}" destId="{BB994388-353D-4E43-ADB8-BF483063E3CF}" srcOrd="2" destOrd="0" presId="urn:microsoft.com/office/officeart/2005/8/layout/vProcess5"/>
    <dgm:cxn modelId="{A9EA8A02-E9F3-4FFB-A88C-727EE4DB1924}" type="presParOf" srcId="{96AEC50B-7CF1-40DA-964F-45CCF9B91047}" destId="{D78DA8BB-C818-42D3-888B-E70A1F51CD6F}" srcOrd="3" destOrd="0" presId="urn:microsoft.com/office/officeart/2005/8/layout/vProcess5"/>
    <dgm:cxn modelId="{A542C15A-E733-4AF8-91B2-F2A7185DFEB1}" type="presParOf" srcId="{96AEC50B-7CF1-40DA-964F-45CCF9B91047}" destId="{D1DD6E85-D547-4911-B7EE-5173D050676B}" srcOrd="4" destOrd="0" presId="urn:microsoft.com/office/officeart/2005/8/layout/vProcess5"/>
    <dgm:cxn modelId="{E92EB08A-90DA-4D67-A5D6-639BA753C0B0}" type="presParOf" srcId="{96AEC50B-7CF1-40DA-964F-45CCF9B91047}" destId="{67BAE0C6-0F38-4B3A-AF73-AB05197D0ADD}" srcOrd="5" destOrd="0" presId="urn:microsoft.com/office/officeart/2005/8/layout/vProcess5"/>
    <dgm:cxn modelId="{C7C73FC5-7572-4242-9071-116A604330D8}" type="presParOf" srcId="{96AEC50B-7CF1-40DA-964F-45CCF9B91047}" destId="{D73A81A3-4D99-4620-AD8E-BF4208F9D9DE}" srcOrd="6" destOrd="0" presId="urn:microsoft.com/office/officeart/2005/8/layout/vProcess5"/>
    <dgm:cxn modelId="{73BE6F46-ECCB-43B7-BAC0-E142516BB5A1}" type="presParOf" srcId="{96AEC50B-7CF1-40DA-964F-45CCF9B91047}" destId="{1730544B-9474-45E8-B985-DF364647D2DA}" srcOrd="7" destOrd="0" presId="urn:microsoft.com/office/officeart/2005/8/layout/vProcess5"/>
    <dgm:cxn modelId="{F44F5C87-CE5E-411E-B14D-F73019C5E1AE}" type="presParOf" srcId="{96AEC50B-7CF1-40DA-964F-45CCF9B91047}" destId="{43F5581D-3D2D-4C15-8B9D-81EECCA14A0A}" srcOrd="8" destOrd="0" presId="urn:microsoft.com/office/officeart/2005/8/layout/vProcess5"/>
    <dgm:cxn modelId="{BD486821-1C67-4A48-B339-D8EF16919C4B}" type="presParOf" srcId="{96AEC50B-7CF1-40DA-964F-45CCF9B91047}" destId="{35D33B4B-A964-4114-B4C0-4DD703C87A7A}" srcOrd="9" destOrd="0" presId="urn:microsoft.com/office/officeart/2005/8/layout/vProcess5"/>
    <dgm:cxn modelId="{0E586F85-A007-4117-9BF8-4484BD2F3088}" type="presParOf" srcId="{96AEC50B-7CF1-40DA-964F-45CCF9B91047}" destId="{4DA8B5ED-59C1-4790-9329-4529D1254F7D}" srcOrd="10" destOrd="0" presId="urn:microsoft.com/office/officeart/2005/8/layout/vProcess5"/>
    <dgm:cxn modelId="{71F436E4-C0CC-4508-983B-1CD5404397CE}" type="presParOf" srcId="{96AEC50B-7CF1-40DA-964F-45CCF9B91047}" destId="{81BC45F5-E7A8-4D02-8509-E815D3607AA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BDCE7A-F4FC-4559-9CB0-FE75C9AC1A5E}" type="doc">
      <dgm:prSet loTypeId="urn:microsoft.com/office/officeart/2005/8/layout/cycle4" loCatId="matrix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3254C18-2B41-4131-A423-33770A34C0FC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Informațiile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F425E134-B538-418C-ABA7-A016FF9C7C37}" type="parTrans" cxnId="{1750DC63-5C42-4A16-8181-13A0AF84ED85}">
      <dgm:prSet/>
      <dgm:spPr/>
      <dgm:t>
        <a:bodyPr/>
        <a:lstStyle/>
        <a:p>
          <a:endParaRPr lang="en-US"/>
        </a:p>
      </dgm:t>
    </dgm:pt>
    <dgm:pt modelId="{AE74AB5B-C484-4689-A3B7-4AC4A8A5E3E1}" type="sibTrans" cxnId="{1750DC63-5C42-4A16-8181-13A0AF84ED85}">
      <dgm:prSet/>
      <dgm:spPr/>
      <dgm:t>
        <a:bodyPr/>
        <a:lstStyle/>
        <a:p>
          <a:endParaRPr lang="en-US"/>
        </a:p>
      </dgm:t>
    </dgm:pt>
    <dgm:pt modelId="{F62C4A22-55CF-4E65-9A2D-EA9B527424C9}">
      <dgm:prSet phldrT="[Text]" phldr="0" custT="1"/>
      <dgm:spPr/>
      <dgm:t>
        <a:bodyPr/>
        <a:lstStyle/>
        <a:p>
          <a:pPr algn="ctr"/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Avantaj </a:t>
          </a:r>
          <a:r>
            <a:rPr lang="ro-RO" sz="17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Pixar</a:t>
          </a:r>
          <a:r>
            <a:rPr lang="en-US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 creativitate, dependență </a:t>
          </a:r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D330EF-EA23-47F2-9869-06E743E20D7D}" type="parTrans" cxnId="{B97F7E2E-1B6C-4063-99EE-2FE25037DCD1}">
      <dgm:prSet/>
      <dgm:spPr/>
      <dgm:t>
        <a:bodyPr/>
        <a:lstStyle/>
        <a:p>
          <a:endParaRPr lang="en-US"/>
        </a:p>
      </dgm:t>
    </dgm:pt>
    <dgm:pt modelId="{B16AF313-9391-46A1-8A69-0A7F5AE18E9C}" type="sibTrans" cxnId="{B97F7E2E-1B6C-4063-99EE-2FE25037DCD1}">
      <dgm:prSet/>
      <dgm:spPr/>
      <dgm:t>
        <a:bodyPr/>
        <a:lstStyle/>
        <a:p>
          <a:endParaRPr lang="en-US"/>
        </a:p>
      </dgm:t>
    </dgm:pt>
    <dgm:pt modelId="{E2526391-F43F-429D-82AD-2AEBB2C10D18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Strategiile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7F96E280-1F4A-4C4E-A8EB-62729AD248D7}" type="parTrans" cxnId="{09960997-F527-429B-9484-65D9034BB57B}">
      <dgm:prSet/>
      <dgm:spPr/>
      <dgm:t>
        <a:bodyPr/>
        <a:lstStyle/>
        <a:p>
          <a:endParaRPr lang="en-US"/>
        </a:p>
      </dgm:t>
    </dgm:pt>
    <dgm:pt modelId="{45D3EBB5-37C2-4237-8EE5-5AD2968B50C6}" type="sibTrans" cxnId="{09960997-F527-429B-9484-65D9034BB57B}">
      <dgm:prSet/>
      <dgm:spPr/>
      <dgm:t>
        <a:bodyPr/>
        <a:lstStyle/>
        <a:p>
          <a:endParaRPr lang="en-US"/>
        </a:p>
      </dgm:t>
    </dgm:pt>
    <dgm:pt modelId="{52D73EA8-8B29-40C9-8784-EF4877199061}">
      <dgm:prSet phldrT="[Text]" phldr="0" custT="1"/>
      <dgm:spPr/>
      <dgm:t>
        <a:bodyPr/>
        <a:lstStyle/>
        <a:p>
          <a:pPr algn="ctr"/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Ofertă scăzută</a:t>
          </a:r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4C5713-481F-430A-8926-6DF7468827BE}" type="parTrans" cxnId="{FB1D1289-D15D-4F24-95E9-211EDBC8CCF2}">
      <dgm:prSet/>
      <dgm:spPr/>
      <dgm:t>
        <a:bodyPr/>
        <a:lstStyle/>
        <a:p>
          <a:endParaRPr lang="en-US"/>
        </a:p>
      </dgm:t>
    </dgm:pt>
    <dgm:pt modelId="{3A1B0290-1851-4730-930D-AD342397549D}" type="sibTrans" cxnId="{FB1D1289-D15D-4F24-95E9-211EDBC8CCF2}">
      <dgm:prSet/>
      <dgm:spPr/>
      <dgm:t>
        <a:bodyPr/>
        <a:lstStyle/>
        <a:p>
          <a:endParaRPr lang="en-US"/>
        </a:p>
      </dgm:t>
    </dgm:pt>
    <dgm:pt modelId="{F9FCE441-FA4B-4DE8-BD3F-30388A0748EC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Rezultatele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3C911CB3-1452-4D93-B453-C83DE3173810}" type="parTrans" cxnId="{18994E5A-38C6-4DB9-BC26-F52931F30B53}">
      <dgm:prSet/>
      <dgm:spPr/>
      <dgm:t>
        <a:bodyPr/>
        <a:lstStyle/>
        <a:p>
          <a:endParaRPr lang="en-US"/>
        </a:p>
      </dgm:t>
    </dgm:pt>
    <dgm:pt modelId="{A74F2D5B-FD91-472A-8BBB-D2E8CC69E1E3}" type="sibTrans" cxnId="{18994E5A-38C6-4DB9-BC26-F52931F30B53}">
      <dgm:prSet/>
      <dgm:spPr/>
      <dgm:t>
        <a:bodyPr/>
        <a:lstStyle/>
        <a:p>
          <a:endParaRPr lang="en-US"/>
        </a:p>
      </dgm:t>
    </dgm:pt>
    <dgm:pt modelId="{0A487E83-F1F8-4242-9B66-CA4F605B042F}">
      <dgm:prSet phldrT="[Text]" phldr="0" custT="1"/>
      <dgm:spPr/>
      <dgm:t>
        <a:bodyPr/>
        <a:lstStyle/>
        <a:p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Continuarea colaborării</a:t>
          </a:r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5BAEFD-48B3-4E74-AE0A-A68EA433EE23}" type="parTrans" cxnId="{7B2E699D-AE91-488C-BCEB-5735DB5A387C}">
      <dgm:prSet/>
      <dgm:spPr/>
      <dgm:t>
        <a:bodyPr/>
        <a:lstStyle/>
        <a:p>
          <a:endParaRPr lang="en-US"/>
        </a:p>
      </dgm:t>
    </dgm:pt>
    <dgm:pt modelId="{104CCBAC-8971-42FE-86A1-943D34669620}" type="sibTrans" cxnId="{7B2E699D-AE91-488C-BCEB-5735DB5A387C}">
      <dgm:prSet/>
      <dgm:spPr/>
      <dgm:t>
        <a:bodyPr/>
        <a:lstStyle/>
        <a:p>
          <a:endParaRPr lang="en-US"/>
        </a:p>
      </dgm:t>
    </dgm:pt>
    <dgm:pt modelId="{DECFAE73-FFD6-4ED1-8663-F205EFD247AA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Soluția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D832712E-2AB6-49D6-8EF6-BF50D3771C27}" type="parTrans" cxnId="{3E0D2FA2-5FEE-4282-A1BF-951B88031821}">
      <dgm:prSet/>
      <dgm:spPr/>
      <dgm:t>
        <a:bodyPr/>
        <a:lstStyle/>
        <a:p>
          <a:endParaRPr lang="en-US"/>
        </a:p>
      </dgm:t>
    </dgm:pt>
    <dgm:pt modelId="{FB70BFB9-E609-48A5-ACA5-8131FEF1222F}" type="sibTrans" cxnId="{3E0D2FA2-5FEE-4282-A1BF-951B88031821}">
      <dgm:prSet/>
      <dgm:spPr/>
      <dgm:t>
        <a:bodyPr/>
        <a:lstStyle/>
        <a:p>
          <a:endParaRPr lang="en-US"/>
        </a:p>
      </dgm:t>
    </dgm:pt>
    <dgm:pt modelId="{EA27D5C6-7DBD-4868-B994-BF767AFA285D}">
      <dgm:prSet phldrT="[Text]" phldr="0" custT="1"/>
      <dgm:spPr/>
      <dgm:t>
        <a:bodyPr/>
        <a:lstStyle/>
        <a:p>
          <a:pPr algn="ctr"/>
          <a:r>
            <a:rPr lang="ro-RO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Achiziționarea lui </a:t>
          </a:r>
          <a:r>
            <a:rPr lang="ro-RO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Pixar</a:t>
          </a:r>
          <a:r>
            <a:rPr lang="ro-RO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, prin acceptarea ofertei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3F9D15-B02E-44F7-93F5-6BC9CB6E42F1}" type="parTrans" cxnId="{13DD8F71-1F13-4AA7-B7AC-65ED3C08FAAF}">
      <dgm:prSet/>
      <dgm:spPr/>
      <dgm:t>
        <a:bodyPr/>
        <a:lstStyle/>
        <a:p>
          <a:endParaRPr lang="en-US"/>
        </a:p>
      </dgm:t>
    </dgm:pt>
    <dgm:pt modelId="{28EEA0F2-AAB8-4EC5-ADF3-11F18F96BDC8}" type="sibTrans" cxnId="{13DD8F71-1F13-4AA7-B7AC-65ED3C08FAAF}">
      <dgm:prSet/>
      <dgm:spPr/>
      <dgm:t>
        <a:bodyPr/>
        <a:lstStyle/>
        <a:p>
          <a:endParaRPr lang="en-US"/>
        </a:p>
      </dgm:t>
    </dgm:pt>
    <dgm:pt modelId="{9A1940F2-9259-45E9-A288-58295B6668F5}">
      <dgm:prSet phldrT="[Text]" phldr="0" custT="1"/>
      <dgm:spPr/>
      <dgm:t>
        <a:bodyPr/>
        <a:lstStyle/>
        <a:p>
          <a:pPr algn="ctr"/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Ofertă echitabilă</a:t>
          </a:r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A5B5D5-2625-446B-B8E2-0CE3701CA991}" type="parTrans" cxnId="{E2B6EE3C-D019-4A83-9D4C-6BA3E88D2BE8}">
      <dgm:prSet/>
      <dgm:spPr/>
      <dgm:t>
        <a:bodyPr/>
        <a:lstStyle/>
        <a:p>
          <a:endParaRPr lang="en-US"/>
        </a:p>
      </dgm:t>
    </dgm:pt>
    <dgm:pt modelId="{787C8270-1FB7-4002-A9E7-EA5F7D4DEC63}" type="sibTrans" cxnId="{E2B6EE3C-D019-4A83-9D4C-6BA3E88D2BE8}">
      <dgm:prSet/>
      <dgm:spPr/>
      <dgm:t>
        <a:bodyPr/>
        <a:lstStyle/>
        <a:p>
          <a:endParaRPr lang="en-US"/>
        </a:p>
      </dgm:t>
    </dgm:pt>
    <dgm:pt modelId="{55CA00A7-59C9-4B6C-A394-D0BE2CF781E9}">
      <dgm:prSet phldrT="[Text]" phldr="0" custT="1"/>
      <dgm:spPr/>
      <dgm:t>
        <a:bodyPr/>
        <a:lstStyle/>
        <a:p>
          <a:r>
            <a:rPr lang="ro-RO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Încetarea colaborării</a:t>
          </a:r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5B8C82-A54A-40E4-AF53-5D051A02088C}" type="parTrans" cxnId="{E6BF51A6-B612-4465-AF37-D6EEF2F45697}">
      <dgm:prSet/>
      <dgm:spPr/>
      <dgm:t>
        <a:bodyPr/>
        <a:lstStyle/>
        <a:p>
          <a:endParaRPr lang="en-US"/>
        </a:p>
      </dgm:t>
    </dgm:pt>
    <dgm:pt modelId="{4E8BA560-35CA-4093-BA3F-8C20BF22E812}" type="sibTrans" cxnId="{E6BF51A6-B612-4465-AF37-D6EEF2F45697}">
      <dgm:prSet/>
      <dgm:spPr/>
      <dgm:t>
        <a:bodyPr/>
        <a:lstStyle/>
        <a:p>
          <a:endParaRPr lang="en-US"/>
        </a:p>
      </dgm:t>
    </dgm:pt>
    <dgm:pt modelId="{234670E8-47C8-4A17-8E4B-3040A8C88D2A}" type="pres">
      <dgm:prSet presAssocID="{4DBDCE7A-F4FC-4559-9CB0-FE75C9AC1A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5E06858-8EB8-4304-98E9-DF89D68313F4}" type="pres">
      <dgm:prSet presAssocID="{4DBDCE7A-F4FC-4559-9CB0-FE75C9AC1A5E}" presName="children" presStyleCnt="0"/>
      <dgm:spPr/>
    </dgm:pt>
    <dgm:pt modelId="{4D585A80-BC8E-488D-86A5-2099F5CCFDA6}" type="pres">
      <dgm:prSet presAssocID="{4DBDCE7A-F4FC-4559-9CB0-FE75C9AC1A5E}" presName="child1group" presStyleCnt="0"/>
      <dgm:spPr/>
    </dgm:pt>
    <dgm:pt modelId="{22C363AE-6835-4EC5-8E01-EF81F03F6E84}" type="pres">
      <dgm:prSet presAssocID="{4DBDCE7A-F4FC-4559-9CB0-FE75C9AC1A5E}" presName="child1" presStyleLbl="bgAcc1" presStyleIdx="0" presStyleCnt="4"/>
      <dgm:spPr/>
    </dgm:pt>
    <dgm:pt modelId="{1BEFC5E2-E5D6-43B6-B193-90AC7F4CA091}" type="pres">
      <dgm:prSet presAssocID="{4DBDCE7A-F4FC-4559-9CB0-FE75C9AC1A5E}" presName="child1Text" presStyleLbl="bgAcc1" presStyleIdx="0" presStyleCnt="4">
        <dgm:presLayoutVars>
          <dgm:bulletEnabled val="1"/>
        </dgm:presLayoutVars>
      </dgm:prSet>
      <dgm:spPr/>
    </dgm:pt>
    <dgm:pt modelId="{FF3E694A-F105-45F2-BDDA-75511AAAD200}" type="pres">
      <dgm:prSet presAssocID="{4DBDCE7A-F4FC-4559-9CB0-FE75C9AC1A5E}" presName="child2group" presStyleCnt="0"/>
      <dgm:spPr/>
    </dgm:pt>
    <dgm:pt modelId="{6FC19BFB-2204-4E1F-BA79-A079D345A8DF}" type="pres">
      <dgm:prSet presAssocID="{4DBDCE7A-F4FC-4559-9CB0-FE75C9AC1A5E}" presName="child2" presStyleLbl="bgAcc1" presStyleIdx="1" presStyleCnt="4"/>
      <dgm:spPr/>
    </dgm:pt>
    <dgm:pt modelId="{E8D84586-CE41-4098-8C32-64AF1DA31520}" type="pres">
      <dgm:prSet presAssocID="{4DBDCE7A-F4FC-4559-9CB0-FE75C9AC1A5E}" presName="child2Text" presStyleLbl="bgAcc1" presStyleIdx="1" presStyleCnt="4">
        <dgm:presLayoutVars>
          <dgm:bulletEnabled val="1"/>
        </dgm:presLayoutVars>
      </dgm:prSet>
      <dgm:spPr/>
    </dgm:pt>
    <dgm:pt modelId="{2E4F5B12-C502-4886-8101-3D7522C76D8F}" type="pres">
      <dgm:prSet presAssocID="{4DBDCE7A-F4FC-4559-9CB0-FE75C9AC1A5E}" presName="child3group" presStyleCnt="0"/>
      <dgm:spPr/>
    </dgm:pt>
    <dgm:pt modelId="{39CFBA6C-B6DE-4B6D-8F5B-4FF73E307FE4}" type="pres">
      <dgm:prSet presAssocID="{4DBDCE7A-F4FC-4559-9CB0-FE75C9AC1A5E}" presName="child3" presStyleLbl="bgAcc1" presStyleIdx="2" presStyleCnt="4"/>
      <dgm:spPr/>
    </dgm:pt>
    <dgm:pt modelId="{51FDF783-4075-40CF-B901-BB862C916861}" type="pres">
      <dgm:prSet presAssocID="{4DBDCE7A-F4FC-4559-9CB0-FE75C9AC1A5E}" presName="child3Text" presStyleLbl="bgAcc1" presStyleIdx="2" presStyleCnt="4">
        <dgm:presLayoutVars>
          <dgm:bulletEnabled val="1"/>
        </dgm:presLayoutVars>
      </dgm:prSet>
      <dgm:spPr/>
    </dgm:pt>
    <dgm:pt modelId="{3CC5AB5D-0DBD-41C4-81FE-3067629F2DB3}" type="pres">
      <dgm:prSet presAssocID="{4DBDCE7A-F4FC-4559-9CB0-FE75C9AC1A5E}" presName="child4group" presStyleCnt="0"/>
      <dgm:spPr/>
    </dgm:pt>
    <dgm:pt modelId="{72D4E4DC-E2D3-4CCB-B659-7832286ACC10}" type="pres">
      <dgm:prSet presAssocID="{4DBDCE7A-F4FC-4559-9CB0-FE75C9AC1A5E}" presName="child4" presStyleLbl="bgAcc1" presStyleIdx="3" presStyleCnt="4"/>
      <dgm:spPr/>
    </dgm:pt>
    <dgm:pt modelId="{66DED5FC-AC38-4785-A671-761188EC991B}" type="pres">
      <dgm:prSet presAssocID="{4DBDCE7A-F4FC-4559-9CB0-FE75C9AC1A5E}" presName="child4Text" presStyleLbl="bgAcc1" presStyleIdx="3" presStyleCnt="4">
        <dgm:presLayoutVars>
          <dgm:bulletEnabled val="1"/>
        </dgm:presLayoutVars>
      </dgm:prSet>
      <dgm:spPr/>
    </dgm:pt>
    <dgm:pt modelId="{750BC62A-B429-4740-98EF-E2AAF2015E40}" type="pres">
      <dgm:prSet presAssocID="{4DBDCE7A-F4FC-4559-9CB0-FE75C9AC1A5E}" presName="childPlaceholder" presStyleCnt="0"/>
      <dgm:spPr/>
    </dgm:pt>
    <dgm:pt modelId="{26190EB3-BB24-4895-9C93-72458566FE01}" type="pres">
      <dgm:prSet presAssocID="{4DBDCE7A-F4FC-4559-9CB0-FE75C9AC1A5E}" presName="circle" presStyleCnt="0"/>
      <dgm:spPr/>
    </dgm:pt>
    <dgm:pt modelId="{30E446BE-3088-4B10-8B1F-18866C4936B5}" type="pres">
      <dgm:prSet presAssocID="{4DBDCE7A-F4FC-4559-9CB0-FE75C9AC1A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939EFFEC-91E4-4A36-A5F3-71157766169D}" type="pres">
      <dgm:prSet presAssocID="{4DBDCE7A-F4FC-4559-9CB0-FE75C9AC1A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DAAC2FB-2EDC-4ACD-AA5F-3CD14C72131C}" type="pres">
      <dgm:prSet presAssocID="{4DBDCE7A-F4FC-4559-9CB0-FE75C9AC1A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8A9A699-9B33-4FDB-9ACD-A3CAB3C403BF}" type="pres">
      <dgm:prSet presAssocID="{4DBDCE7A-F4FC-4559-9CB0-FE75C9AC1A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E050368-3F69-4077-A72D-0D6910689A48}" type="pres">
      <dgm:prSet presAssocID="{4DBDCE7A-F4FC-4559-9CB0-FE75C9AC1A5E}" presName="quadrantPlaceholder" presStyleCnt="0"/>
      <dgm:spPr/>
    </dgm:pt>
    <dgm:pt modelId="{25C7FB1E-7943-4245-9200-06E0E9427C24}" type="pres">
      <dgm:prSet presAssocID="{4DBDCE7A-F4FC-4559-9CB0-FE75C9AC1A5E}" presName="center1" presStyleLbl="fgShp" presStyleIdx="0" presStyleCnt="2"/>
      <dgm:spPr/>
    </dgm:pt>
    <dgm:pt modelId="{2414356D-B80A-466B-8D18-9A0EA8C472FE}" type="pres">
      <dgm:prSet presAssocID="{4DBDCE7A-F4FC-4559-9CB0-FE75C9AC1A5E}" presName="center2" presStyleLbl="fgShp" presStyleIdx="1" presStyleCnt="2"/>
      <dgm:spPr/>
    </dgm:pt>
  </dgm:ptLst>
  <dgm:cxnLst>
    <dgm:cxn modelId="{2C618C08-94C7-4D47-B063-6E746126797B}" type="presOf" srcId="{F62C4A22-55CF-4E65-9A2D-EA9B527424C9}" destId="{1BEFC5E2-E5D6-43B6-B193-90AC7F4CA091}" srcOrd="1" destOrd="0" presId="urn:microsoft.com/office/officeart/2005/8/layout/cycle4"/>
    <dgm:cxn modelId="{BF6E4E29-612A-4D4E-8C84-716CD88B2B11}" type="presOf" srcId="{0A487E83-F1F8-4242-9B66-CA4F605B042F}" destId="{39CFBA6C-B6DE-4B6D-8F5B-4FF73E307FE4}" srcOrd="0" destOrd="0" presId="urn:microsoft.com/office/officeart/2005/8/layout/cycle4"/>
    <dgm:cxn modelId="{B97F7E2E-1B6C-4063-99EE-2FE25037DCD1}" srcId="{83254C18-2B41-4131-A423-33770A34C0FC}" destId="{F62C4A22-55CF-4E65-9A2D-EA9B527424C9}" srcOrd="0" destOrd="0" parTransId="{8AD330EF-EA23-47F2-9869-06E743E20D7D}" sibTransId="{B16AF313-9391-46A1-8A69-0A7F5AE18E9C}"/>
    <dgm:cxn modelId="{6648632F-4304-4B0A-B0E0-64BF5A24AB19}" type="presOf" srcId="{4DBDCE7A-F4FC-4559-9CB0-FE75C9AC1A5E}" destId="{234670E8-47C8-4A17-8E4B-3040A8C88D2A}" srcOrd="0" destOrd="0" presId="urn:microsoft.com/office/officeart/2005/8/layout/cycle4"/>
    <dgm:cxn modelId="{63E50735-F3C1-465C-A77C-D632E59C7F38}" type="presOf" srcId="{EA27D5C6-7DBD-4868-B994-BF767AFA285D}" destId="{66DED5FC-AC38-4785-A671-761188EC991B}" srcOrd="1" destOrd="0" presId="urn:microsoft.com/office/officeart/2005/8/layout/cycle4"/>
    <dgm:cxn modelId="{012A7838-7F76-468C-9215-C02780F96671}" type="presOf" srcId="{9A1940F2-9259-45E9-A288-58295B6668F5}" destId="{6FC19BFB-2204-4E1F-BA79-A079D345A8DF}" srcOrd="0" destOrd="1" presId="urn:microsoft.com/office/officeart/2005/8/layout/cycle4"/>
    <dgm:cxn modelId="{2C23A13B-95AA-44CC-B953-762EDCFAB84A}" type="presOf" srcId="{55CA00A7-59C9-4B6C-A394-D0BE2CF781E9}" destId="{51FDF783-4075-40CF-B901-BB862C916861}" srcOrd="1" destOrd="1" presId="urn:microsoft.com/office/officeart/2005/8/layout/cycle4"/>
    <dgm:cxn modelId="{E2B6EE3C-D019-4A83-9D4C-6BA3E88D2BE8}" srcId="{E2526391-F43F-429D-82AD-2AEBB2C10D18}" destId="{9A1940F2-9259-45E9-A288-58295B6668F5}" srcOrd="1" destOrd="0" parTransId="{ACA5B5D5-2625-446B-B8E2-0CE3701CA991}" sibTransId="{787C8270-1FB7-4002-A9E7-EA5F7D4DEC63}"/>
    <dgm:cxn modelId="{8F6B123E-D89C-4662-A232-EE5098D20CBF}" type="presOf" srcId="{F62C4A22-55CF-4E65-9A2D-EA9B527424C9}" destId="{22C363AE-6835-4EC5-8E01-EF81F03F6E84}" srcOrd="0" destOrd="0" presId="urn:microsoft.com/office/officeart/2005/8/layout/cycle4"/>
    <dgm:cxn modelId="{BD53A34C-C641-40C2-9D83-B682E4A13912}" type="presOf" srcId="{55CA00A7-59C9-4B6C-A394-D0BE2CF781E9}" destId="{39CFBA6C-B6DE-4B6D-8F5B-4FF73E307FE4}" srcOrd="0" destOrd="1" presId="urn:microsoft.com/office/officeart/2005/8/layout/cycle4"/>
    <dgm:cxn modelId="{18994E5A-38C6-4DB9-BC26-F52931F30B53}" srcId="{4DBDCE7A-F4FC-4559-9CB0-FE75C9AC1A5E}" destId="{F9FCE441-FA4B-4DE8-BD3F-30388A0748EC}" srcOrd="2" destOrd="0" parTransId="{3C911CB3-1452-4D93-B453-C83DE3173810}" sibTransId="{A74F2D5B-FD91-472A-8BBB-D2E8CC69E1E3}"/>
    <dgm:cxn modelId="{9A1B9663-075C-4333-9727-B07ADE91BF09}" type="presOf" srcId="{EA27D5C6-7DBD-4868-B994-BF767AFA285D}" destId="{72D4E4DC-E2D3-4CCB-B659-7832286ACC10}" srcOrd="0" destOrd="0" presId="urn:microsoft.com/office/officeart/2005/8/layout/cycle4"/>
    <dgm:cxn modelId="{1750DC63-5C42-4A16-8181-13A0AF84ED85}" srcId="{4DBDCE7A-F4FC-4559-9CB0-FE75C9AC1A5E}" destId="{83254C18-2B41-4131-A423-33770A34C0FC}" srcOrd="0" destOrd="0" parTransId="{F425E134-B538-418C-ABA7-A016FF9C7C37}" sibTransId="{AE74AB5B-C484-4689-A3B7-4AC4A8A5E3E1}"/>
    <dgm:cxn modelId="{07F87C64-22F0-433C-B59A-6D6EF34BDD8F}" type="presOf" srcId="{DECFAE73-FFD6-4ED1-8663-F205EFD247AA}" destId="{C8A9A699-9B33-4FDB-9ACD-A3CAB3C403BF}" srcOrd="0" destOrd="0" presId="urn:microsoft.com/office/officeart/2005/8/layout/cycle4"/>
    <dgm:cxn modelId="{91B1716A-2AE8-4FF9-AB35-16CEC595779F}" type="presOf" srcId="{0A487E83-F1F8-4242-9B66-CA4F605B042F}" destId="{51FDF783-4075-40CF-B901-BB862C916861}" srcOrd="1" destOrd="0" presId="urn:microsoft.com/office/officeart/2005/8/layout/cycle4"/>
    <dgm:cxn modelId="{0353956A-C7B2-4374-9DFC-57C87C5EC9F9}" type="presOf" srcId="{E2526391-F43F-429D-82AD-2AEBB2C10D18}" destId="{939EFFEC-91E4-4A36-A5F3-71157766169D}" srcOrd="0" destOrd="0" presId="urn:microsoft.com/office/officeart/2005/8/layout/cycle4"/>
    <dgm:cxn modelId="{13DD8F71-1F13-4AA7-B7AC-65ED3C08FAAF}" srcId="{DECFAE73-FFD6-4ED1-8663-F205EFD247AA}" destId="{EA27D5C6-7DBD-4868-B994-BF767AFA285D}" srcOrd="0" destOrd="0" parTransId="{B13F9D15-B02E-44F7-93F5-6BC9CB6E42F1}" sibTransId="{28EEA0F2-AAB8-4EC5-ADF3-11F18F96BDC8}"/>
    <dgm:cxn modelId="{B58A7381-D00B-4C43-AEAB-AD7FFF9E66CD}" type="presOf" srcId="{52D73EA8-8B29-40C9-8784-EF4877199061}" destId="{6FC19BFB-2204-4E1F-BA79-A079D345A8DF}" srcOrd="0" destOrd="0" presId="urn:microsoft.com/office/officeart/2005/8/layout/cycle4"/>
    <dgm:cxn modelId="{16A42784-3284-4B4D-ADE3-FDFD88CC017B}" type="presOf" srcId="{9A1940F2-9259-45E9-A288-58295B6668F5}" destId="{E8D84586-CE41-4098-8C32-64AF1DA31520}" srcOrd="1" destOrd="1" presId="urn:microsoft.com/office/officeart/2005/8/layout/cycle4"/>
    <dgm:cxn modelId="{FB1D1289-D15D-4F24-95E9-211EDBC8CCF2}" srcId="{E2526391-F43F-429D-82AD-2AEBB2C10D18}" destId="{52D73EA8-8B29-40C9-8784-EF4877199061}" srcOrd="0" destOrd="0" parTransId="{D64C5713-481F-430A-8926-6DF7468827BE}" sibTransId="{3A1B0290-1851-4730-930D-AD342397549D}"/>
    <dgm:cxn modelId="{E16E7E8A-E7A4-45C1-A1B7-940815597658}" type="presOf" srcId="{83254C18-2B41-4131-A423-33770A34C0FC}" destId="{30E446BE-3088-4B10-8B1F-18866C4936B5}" srcOrd="0" destOrd="0" presId="urn:microsoft.com/office/officeart/2005/8/layout/cycle4"/>
    <dgm:cxn modelId="{09960997-F527-429B-9484-65D9034BB57B}" srcId="{4DBDCE7A-F4FC-4559-9CB0-FE75C9AC1A5E}" destId="{E2526391-F43F-429D-82AD-2AEBB2C10D18}" srcOrd="1" destOrd="0" parTransId="{7F96E280-1F4A-4C4E-A8EB-62729AD248D7}" sibTransId="{45D3EBB5-37C2-4237-8EE5-5AD2968B50C6}"/>
    <dgm:cxn modelId="{7B2E699D-AE91-488C-BCEB-5735DB5A387C}" srcId="{F9FCE441-FA4B-4DE8-BD3F-30388A0748EC}" destId="{0A487E83-F1F8-4242-9B66-CA4F605B042F}" srcOrd="0" destOrd="0" parTransId="{505BAEFD-48B3-4E74-AE0A-A68EA433EE23}" sibTransId="{104CCBAC-8971-42FE-86A1-943D34669620}"/>
    <dgm:cxn modelId="{3E0D2FA2-5FEE-4282-A1BF-951B88031821}" srcId="{4DBDCE7A-F4FC-4559-9CB0-FE75C9AC1A5E}" destId="{DECFAE73-FFD6-4ED1-8663-F205EFD247AA}" srcOrd="3" destOrd="0" parTransId="{D832712E-2AB6-49D6-8EF6-BF50D3771C27}" sibTransId="{FB70BFB9-E609-48A5-ACA5-8131FEF1222F}"/>
    <dgm:cxn modelId="{E6BF51A6-B612-4465-AF37-D6EEF2F45697}" srcId="{F9FCE441-FA4B-4DE8-BD3F-30388A0748EC}" destId="{55CA00A7-59C9-4B6C-A394-D0BE2CF781E9}" srcOrd="1" destOrd="0" parTransId="{D55B8C82-A54A-40E4-AF53-5D051A02088C}" sibTransId="{4E8BA560-35CA-4093-BA3F-8C20BF22E812}"/>
    <dgm:cxn modelId="{C18F65D2-1B70-491A-8908-C88543EEF232}" type="presOf" srcId="{52D73EA8-8B29-40C9-8784-EF4877199061}" destId="{E8D84586-CE41-4098-8C32-64AF1DA31520}" srcOrd="1" destOrd="0" presId="urn:microsoft.com/office/officeart/2005/8/layout/cycle4"/>
    <dgm:cxn modelId="{1F7ED4E3-BB7E-4483-B910-735A9E0ECEE4}" type="presOf" srcId="{F9FCE441-FA4B-4DE8-BD3F-30388A0748EC}" destId="{2DAAC2FB-2EDC-4ACD-AA5F-3CD14C72131C}" srcOrd="0" destOrd="0" presId="urn:microsoft.com/office/officeart/2005/8/layout/cycle4"/>
    <dgm:cxn modelId="{84030908-6350-41BA-88BF-2546EBF9DACD}" type="presParOf" srcId="{234670E8-47C8-4A17-8E4B-3040A8C88D2A}" destId="{C5E06858-8EB8-4304-98E9-DF89D68313F4}" srcOrd="0" destOrd="0" presId="urn:microsoft.com/office/officeart/2005/8/layout/cycle4"/>
    <dgm:cxn modelId="{F0362E82-B0B3-4D9A-9AF7-3FB6312BF354}" type="presParOf" srcId="{C5E06858-8EB8-4304-98E9-DF89D68313F4}" destId="{4D585A80-BC8E-488D-86A5-2099F5CCFDA6}" srcOrd="0" destOrd="0" presId="urn:microsoft.com/office/officeart/2005/8/layout/cycle4"/>
    <dgm:cxn modelId="{99490192-91DF-4C7F-B4A9-E2D84146FE6F}" type="presParOf" srcId="{4D585A80-BC8E-488D-86A5-2099F5CCFDA6}" destId="{22C363AE-6835-4EC5-8E01-EF81F03F6E84}" srcOrd="0" destOrd="0" presId="urn:microsoft.com/office/officeart/2005/8/layout/cycle4"/>
    <dgm:cxn modelId="{EA40608B-C16D-4255-897E-A051E94F338F}" type="presParOf" srcId="{4D585A80-BC8E-488D-86A5-2099F5CCFDA6}" destId="{1BEFC5E2-E5D6-43B6-B193-90AC7F4CA091}" srcOrd="1" destOrd="0" presId="urn:microsoft.com/office/officeart/2005/8/layout/cycle4"/>
    <dgm:cxn modelId="{D6AD5672-402B-4DAB-922A-B05B79C45618}" type="presParOf" srcId="{C5E06858-8EB8-4304-98E9-DF89D68313F4}" destId="{FF3E694A-F105-45F2-BDDA-75511AAAD200}" srcOrd="1" destOrd="0" presId="urn:microsoft.com/office/officeart/2005/8/layout/cycle4"/>
    <dgm:cxn modelId="{352C75FC-4823-4520-951B-B78565DD54FF}" type="presParOf" srcId="{FF3E694A-F105-45F2-BDDA-75511AAAD200}" destId="{6FC19BFB-2204-4E1F-BA79-A079D345A8DF}" srcOrd="0" destOrd="0" presId="urn:microsoft.com/office/officeart/2005/8/layout/cycle4"/>
    <dgm:cxn modelId="{3F1F601C-8A61-4247-B8A5-1DF70450072F}" type="presParOf" srcId="{FF3E694A-F105-45F2-BDDA-75511AAAD200}" destId="{E8D84586-CE41-4098-8C32-64AF1DA31520}" srcOrd="1" destOrd="0" presId="urn:microsoft.com/office/officeart/2005/8/layout/cycle4"/>
    <dgm:cxn modelId="{EE76807F-5538-490B-AA59-D8145B91C781}" type="presParOf" srcId="{C5E06858-8EB8-4304-98E9-DF89D68313F4}" destId="{2E4F5B12-C502-4886-8101-3D7522C76D8F}" srcOrd="2" destOrd="0" presId="urn:microsoft.com/office/officeart/2005/8/layout/cycle4"/>
    <dgm:cxn modelId="{C2DD04DC-134D-488E-81ED-4482FD86999D}" type="presParOf" srcId="{2E4F5B12-C502-4886-8101-3D7522C76D8F}" destId="{39CFBA6C-B6DE-4B6D-8F5B-4FF73E307FE4}" srcOrd="0" destOrd="0" presId="urn:microsoft.com/office/officeart/2005/8/layout/cycle4"/>
    <dgm:cxn modelId="{F4922392-0EF2-40CF-B17A-688085932DFA}" type="presParOf" srcId="{2E4F5B12-C502-4886-8101-3D7522C76D8F}" destId="{51FDF783-4075-40CF-B901-BB862C916861}" srcOrd="1" destOrd="0" presId="urn:microsoft.com/office/officeart/2005/8/layout/cycle4"/>
    <dgm:cxn modelId="{7F2399B0-A39B-4B18-AEE5-9E1F288004E2}" type="presParOf" srcId="{C5E06858-8EB8-4304-98E9-DF89D68313F4}" destId="{3CC5AB5D-0DBD-41C4-81FE-3067629F2DB3}" srcOrd="3" destOrd="0" presId="urn:microsoft.com/office/officeart/2005/8/layout/cycle4"/>
    <dgm:cxn modelId="{EF4DEB02-4400-4F24-8640-EF74F217F0BC}" type="presParOf" srcId="{3CC5AB5D-0DBD-41C4-81FE-3067629F2DB3}" destId="{72D4E4DC-E2D3-4CCB-B659-7832286ACC10}" srcOrd="0" destOrd="0" presId="urn:microsoft.com/office/officeart/2005/8/layout/cycle4"/>
    <dgm:cxn modelId="{54A82615-5AB5-4225-B08A-436795D57549}" type="presParOf" srcId="{3CC5AB5D-0DBD-41C4-81FE-3067629F2DB3}" destId="{66DED5FC-AC38-4785-A671-761188EC991B}" srcOrd="1" destOrd="0" presId="urn:microsoft.com/office/officeart/2005/8/layout/cycle4"/>
    <dgm:cxn modelId="{DB2B5856-195E-4738-8A1E-F65FA0AC3F47}" type="presParOf" srcId="{C5E06858-8EB8-4304-98E9-DF89D68313F4}" destId="{750BC62A-B429-4740-98EF-E2AAF2015E40}" srcOrd="4" destOrd="0" presId="urn:microsoft.com/office/officeart/2005/8/layout/cycle4"/>
    <dgm:cxn modelId="{2B62151C-1FAF-4C9C-BD32-D4ECCBA8196F}" type="presParOf" srcId="{234670E8-47C8-4A17-8E4B-3040A8C88D2A}" destId="{26190EB3-BB24-4895-9C93-72458566FE01}" srcOrd="1" destOrd="0" presId="urn:microsoft.com/office/officeart/2005/8/layout/cycle4"/>
    <dgm:cxn modelId="{34DCF74E-7DFE-428F-A757-75B7894D3668}" type="presParOf" srcId="{26190EB3-BB24-4895-9C93-72458566FE01}" destId="{30E446BE-3088-4B10-8B1F-18866C4936B5}" srcOrd="0" destOrd="0" presId="urn:microsoft.com/office/officeart/2005/8/layout/cycle4"/>
    <dgm:cxn modelId="{4814BC38-FB09-4FF7-9202-DB24E37B4916}" type="presParOf" srcId="{26190EB3-BB24-4895-9C93-72458566FE01}" destId="{939EFFEC-91E4-4A36-A5F3-71157766169D}" srcOrd="1" destOrd="0" presId="urn:microsoft.com/office/officeart/2005/8/layout/cycle4"/>
    <dgm:cxn modelId="{C5E5E08A-1BEA-4FDB-963C-5814374B08C6}" type="presParOf" srcId="{26190EB3-BB24-4895-9C93-72458566FE01}" destId="{2DAAC2FB-2EDC-4ACD-AA5F-3CD14C72131C}" srcOrd="2" destOrd="0" presId="urn:microsoft.com/office/officeart/2005/8/layout/cycle4"/>
    <dgm:cxn modelId="{2035BD59-5366-4EFA-B665-6D5AFA7BA847}" type="presParOf" srcId="{26190EB3-BB24-4895-9C93-72458566FE01}" destId="{C8A9A699-9B33-4FDB-9ACD-A3CAB3C403BF}" srcOrd="3" destOrd="0" presId="urn:microsoft.com/office/officeart/2005/8/layout/cycle4"/>
    <dgm:cxn modelId="{E481AEBE-1C71-46BE-A43A-2CF2026266CD}" type="presParOf" srcId="{26190EB3-BB24-4895-9C93-72458566FE01}" destId="{6E050368-3F69-4077-A72D-0D6910689A48}" srcOrd="4" destOrd="0" presId="urn:microsoft.com/office/officeart/2005/8/layout/cycle4"/>
    <dgm:cxn modelId="{18A483B0-271B-4834-9283-5F9B1E08EB34}" type="presParOf" srcId="{234670E8-47C8-4A17-8E4B-3040A8C88D2A}" destId="{25C7FB1E-7943-4245-9200-06E0E9427C24}" srcOrd="2" destOrd="0" presId="urn:microsoft.com/office/officeart/2005/8/layout/cycle4"/>
    <dgm:cxn modelId="{DA014280-C918-486E-95B3-55F2324709FC}" type="presParOf" srcId="{234670E8-47C8-4A17-8E4B-3040A8C88D2A}" destId="{2414356D-B80A-466B-8D18-9A0EA8C472F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640A94-BD51-4A5F-B4AF-44582EFBDF0A}" type="doc">
      <dgm:prSet loTypeId="urn:microsoft.com/office/officeart/2005/8/layout/radial4" loCatId="relationship" qsTypeId="urn:microsoft.com/office/officeart/2005/8/quickstyle/3d2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D913A0A-19C2-4283-AE76-5C6333748179}">
      <dgm:prSet phldrT="[Text]" phldr="0" custT="1"/>
      <dgm:spPr/>
      <dgm:t>
        <a:bodyPr/>
        <a:lstStyle/>
        <a:p>
          <a:r>
            <a:rPr lang="ro-RO" sz="2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Stabilirea locației – depoziția martorului</a:t>
          </a:r>
          <a:endParaRPr lang="en-US" sz="2200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9CDC8F-E987-4AAF-9F02-4E9AFBEEB3C7}" type="parTrans" cxnId="{C24FC7D7-FD4D-4609-B716-10D3A200E7A4}">
      <dgm:prSet/>
      <dgm:spPr/>
      <dgm:t>
        <a:bodyPr/>
        <a:lstStyle/>
        <a:p>
          <a:endParaRPr lang="en-US"/>
        </a:p>
      </dgm:t>
    </dgm:pt>
    <dgm:pt modelId="{0B762853-A927-4B08-9486-3B2F962C7D65}" type="sibTrans" cxnId="{C24FC7D7-FD4D-4609-B716-10D3A200E7A4}">
      <dgm:prSet/>
      <dgm:spPr/>
      <dgm:t>
        <a:bodyPr/>
        <a:lstStyle/>
        <a:p>
          <a:endParaRPr lang="en-US"/>
        </a:p>
      </dgm:t>
    </dgm:pt>
    <dgm:pt modelId="{DB29176E-ED43-4D86-AAE9-8E030DA35281}">
      <dgm:prSet phldrT="[Text]" phldr="0"/>
      <dgm:spPr/>
      <dgm:t>
        <a:bodyPr/>
        <a:lstStyle/>
        <a:p>
          <a:r>
            <a:rPr lang="ro-RO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Jucătorii</a:t>
          </a:r>
          <a:r>
            <a:rPr lang="en-US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r>
            <a:rPr lang="ro-RO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</a:t>
          </a:r>
          <a:r>
            <a:rPr lang="en-US" dirty="0" err="1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voca</a:t>
          </a:r>
          <a:r>
            <a:rPr lang="ro-RO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ții</a:t>
          </a:r>
          <a:endParaRPr lang="en-US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24991E-4AB4-49D7-9EA4-BB633FA51D73}" type="parTrans" cxnId="{CF9E72C8-0C16-42EA-ACFE-F127CC89BDC5}">
      <dgm:prSet/>
      <dgm:spPr/>
      <dgm:t>
        <a:bodyPr/>
        <a:lstStyle/>
        <a:p>
          <a:endParaRPr lang="en-US"/>
        </a:p>
      </dgm:t>
    </dgm:pt>
    <dgm:pt modelId="{38331C1A-1D64-446B-8EE6-801F6D8C525B}" type="sibTrans" cxnId="{CF9E72C8-0C16-42EA-ACFE-F127CC89BDC5}">
      <dgm:prSet/>
      <dgm:spPr/>
      <dgm:t>
        <a:bodyPr/>
        <a:lstStyle/>
        <a:p>
          <a:endParaRPr lang="en-US"/>
        </a:p>
      </dgm:t>
    </dgm:pt>
    <dgm:pt modelId="{9FDDEE61-20D7-4B5A-8F21-33EA41CB700E}">
      <dgm:prSet phldrT="[Text]" phldr="0"/>
      <dgm:spPr/>
      <dgm:t>
        <a:bodyPr/>
        <a:lstStyle/>
        <a:p>
          <a:r>
            <a:rPr lang="ro-RO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Intervenția judecătorului</a:t>
          </a:r>
          <a:endParaRPr lang="en-US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A9EB5F-96EE-4E5E-A8FA-6AD906C63A90}" type="parTrans" cxnId="{D98D4378-FB57-43DD-94A5-3ACA8B6AC2B9}">
      <dgm:prSet/>
      <dgm:spPr/>
      <dgm:t>
        <a:bodyPr/>
        <a:lstStyle/>
        <a:p>
          <a:endParaRPr lang="en-US"/>
        </a:p>
      </dgm:t>
    </dgm:pt>
    <dgm:pt modelId="{F9138660-DAA4-460D-B47D-8E66E0600A12}" type="sibTrans" cxnId="{D98D4378-FB57-43DD-94A5-3ACA8B6AC2B9}">
      <dgm:prSet/>
      <dgm:spPr/>
      <dgm:t>
        <a:bodyPr/>
        <a:lstStyle/>
        <a:p>
          <a:endParaRPr lang="en-US"/>
        </a:p>
      </dgm:t>
    </dgm:pt>
    <dgm:pt modelId="{F8A1CEA4-64B4-497C-B0DA-E53E20F696AC}">
      <dgm:prSet phldrT="[Text]" phldr="0"/>
      <dgm:spPr/>
      <dgm:t>
        <a:bodyPr/>
        <a:lstStyle/>
        <a:p>
          <a:r>
            <a:rPr lang="ro-RO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Acordul</a:t>
          </a:r>
          <a:endParaRPr lang="en-US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20C102-D4B9-4FD6-907B-2329BF8DB8DB}" type="parTrans" cxnId="{3F6634DD-7A7D-499D-88FD-C84096B28129}">
      <dgm:prSet/>
      <dgm:spPr/>
      <dgm:t>
        <a:bodyPr/>
        <a:lstStyle/>
        <a:p>
          <a:endParaRPr lang="en-US"/>
        </a:p>
      </dgm:t>
    </dgm:pt>
    <dgm:pt modelId="{AA7C4593-59FB-44B2-A7A7-5EF2880AA214}" type="sibTrans" cxnId="{3F6634DD-7A7D-499D-88FD-C84096B28129}">
      <dgm:prSet/>
      <dgm:spPr/>
      <dgm:t>
        <a:bodyPr/>
        <a:lstStyle/>
        <a:p>
          <a:endParaRPr lang="en-US"/>
        </a:p>
      </dgm:t>
    </dgm:pt>
    <dgm:pt modelId="{20804D10-E618-4F95-A798-605F5BE12926}" type="pres">
      <dgm:prSet presAssocID="{CF640A94-BD51-4A5F-B4AF-44582EFBDF0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881B09C-5B07-4B1C-A19A-B38288736629}" type="pres">
      <dgm:prSet presAssocID="{CD913A0A-19C2-4283-AE76-5C6333748179}" presName="centerShape" presStyleLbl="node0" presStyleIdx="0" presStyleCnt="1"/>
      <dgm:spPr/>
    </dgm:pt>
    <dgm:pt modelId="{33AD4423-AC18-4146-B628-AD5F3046CD43}" type="pres">
      <dgm:prSet presAssocID="{D924991E-4AB4-49D7-9EA4-BB633FA51D73}" presName="parTrans" presStyleLbl="bgSibTrans2D1" presStyleIdx="0" presStyleCnt="3"/>
      <dgm:spPr/>
    </dgm:pt>
    <dgm:pt modelId="{876F49C2-DDD2-4109-BCB4-DA48BE3367CA}" type="pres">
      <dgm:prSet presAssocID="{DB29176E-ED43-4D86-AAE9-8E030DA35281}" presName="node" presStyleLbl="node1" presStyleIdx="0" presStyleCnt="3">
        <dgm:presLayoutVars>
          <dgm:bulletEnabled val="1"/>
        </dgm:presLayoutVars>
      </dgm:prSet>
      <dgm:spPr/>
    </dgm:pt>
    <dgm:pt modelId="{0EA05777-B460-4043-9C2D-2D7030C26DEA}" type="pres">
      <dgm:prSet presAssocID="{42A9EB5F-96EE-4E5E-A8FA-6AD906C63A90}" presName="parTrans" presStyleLbl="bgSibTrans2D1" presStyleIdx="1" presStyleCnt="3"/>
      <dgm:spPr/>
    </dgm:pt>
    <dgm:pt modelId="{ED4546D8-4473-4A58-B1E2-D0EB2C74C55A}" type="pres">
      <dgm:prSet presAssocID="{9FDDEE61-20D7-4B5A-8F21-33EA41CB700E}" presName="node" presStyleLbl="node1" presStyleIdx="1" presStyleCnt="3">
        <dgm:presLayoutVars>
          <dgm:bulletEnabled val="1"/>
        </dgm:presLayoutVars>
      </dgm:prSet>
      <dgm:spPr/>
    </dgm:pt>
    <dgm:pt modelId="{E6404DA0-723D-4937-962C-822AE18F9A3D}" type="pres">
      <dgm:prSet presAssocID="{ED20C102-D4B9-4FD6-907B-2329BF8DB8DB}" presName="parTrans" presStyleLbl="bgSibTrans2D1" presStyleIdx="2" presStyleCnt="3"/>
      <dgm:spPr/>
    </dgm:pt>
    <dgm:pt modelId="{5C4ECCC1-3B57-4581-B96F-01BCE19442C8}" type="pres">
      <dgm:prSet presAssocID="{F8A1CEA4-64B4-497C-B0DA-E53E20F696AC}" presName="node" presStyleLbl="node1" presStyleIdx="2" presStyleCnt="3">
        <dgm:presLayoutVars>
          <dgm:bulletEnabled val="1"/>
        </dgm:presLayoutVars>
      </dgm:prSet>
      <dgm:spPr/>
    </dgm:pt>
  </dgm:ptLst>
  <dgm:cxnLst>
    <dgm:cxn modelId="{80F35A41-8E3B-436D-8C9D-729DFA78AEB0}" type="presOf" srcId="{F8A1CEA4-64B4-497C-B0DA-E53E20F696AC}" destId="{5C4ECCC1-3B57-4581-B96F-01BCE19442C8}" srcOrd="0" destOrd="0" presId="urn:microsoft.com/office/officeart/2005/8/layout/radial4"/>
    <dgm:cxn modelId="{038C2D6A-BB50-4257-A6A0-2C8CD9A5F9D6}" type="presOf" srcId="{ED20C102-D4B9-4FD6-907B-2329BF8DB8DB}" destId="{E6404DA0-723D-4937-962C-822AE18F9A3D}" srcOrd="0" destOrd="0" presId="urn:microsoft.com/office/officeart/2005/8/layout/radial4"/>
    <dgm:cxn modelId="{D98D4378-FB57-43DD-94A5-3ACA8B6AC2B9}" srcId="{CD913A0A-19C2-4283-AE76-5C6333748179}" destId="{9FDDEE61-20D7-4B5A-8F21-33EA41CB700E}" srcOrd="1" destOrd="0" parTransId="{42A9EB5F-96EE-4E5E-A8FA-6AD906C63A90}" sibTransId="{F9138660-DAA4-460D-B47D-8E66E0600A12}"/>
    <dgm:cxn modelId="{21B57D88-AA28-4BBF-A3DD-E3FFA552C6E4}" type="presOf" srcId="{9FDDEE61-20D7-4B5A-8F21-33EA41CB700E}" destId="{ED4546D8-4473-4A58-B1E2-D0EB2C74C55A}" srcOrd="0" destOrd="0" presId="urn:microsoft.com/office/officeart/2005/8/layout/radial4"/>
    <dgm:cxn modelId="{E0891994-C9FA-4CF3-9BBA-A20EA479278A}" type="presOf" srcId="{D924991E-4AB4-49D7-9EA4-BB633FA51D73}" destId="{33AD4423-AC18-4146-B628-AD5F3046CD43}" srcOrd="0" destOrd="0" presId="urn:microsoft.com/office/officeart/2005/8/layout/radial4"/>
    <dgm:cxn modelId="{B485F6BB-515C-4E21-B456-B147A7EBF0FC}" type="presOf" srcId="{42A9EB5F-96EE-4E5E-A8FA-6AD906C63A90}" destId="{0EA05777-B460-4043-9C2D-2D7030C26DEA}" srcOrd="0" destOrd="0" presId="urn:microsoft.com/office/officeart/2005/8/layout/radial4"/>
    <dgm:cxn modelId="{4C4234C6-07D8-4E92-9430-AC856E7866E5}" type="presOf" srcId="{CD913A0A-19C2-4283-AE76-5C6333748179}" destId="{3881B09C-5B07-4B1C-A19A-B38288736629}" srcOrd="0" destOrd="0" presId="urn:microsoft.com/office/officeart/2005/8/layout/radial4"/>
    <dgm:cxn modelId="{CF9E72C8-0C16-42EA-ACFE-F127CC89BDC5}" srcId="{CD913A0A-19C2-4283-AE76-5C6333748179}" destId="{DB29176E-ED43-4D86-AAE9-8E030DA35281}" srcOrd="0" destOrd="0" parTransId="{D924991E-4AB4-49D7-9EA4-BB633FA51D73}" sibTransId="{38331C1A-1D64-446B-8EE6-801F6D8C525B}"/>
    <dgm:cxn modelId="{C24FC7D7-FD4D-4609-B716-10D3A200E7A4}" srcId="{CF640A94-BD51-4A5F-B4AF-44582EFBDF0A}" destId="{CD913A0A-19C2-4283-AE76-5C6333748179}" srcOrd="0" destOrd="0" parTransId="{569CDC8F-E987-4AAF-9F02-4E9AFBEEB3C7}" sibTransId="{0B762853-A927-4B08-9486-3B2F962C7D65}"/>
    <dgm:cxn modelId="{3F6634DD-7A7D-499D-88FD-C84096B28129}" srcId="{CD913A0A-19C2-4283-AE76-5C6333748179}" destId="{F8A1CEA4-64B4-497C-B0DA-E53E20F696AC}" srcOrd="2" destOrd="0" parTransId="{ED20C102-D4B9-4FD6-907B-2329BF8DB8DB}" sibTransId="{AA7C4593-59FB-44B2-A7A7-5EF2880AA214}"/>
    <dgm:cxn modelId="{49490AE4-D49B-433D-9B2D-1CDEB27AEEF2}" type="presOf" srcId="{CF640A94-BD51-4A5F-B4AF-44582EFBDF0A}" destId="{20804D10-E618-4F95-A798-605F5BE12926}" srcOrd="0" destOrd="0" presId="urn:microsoft.com/office/officeart/2005/8/layout/radial4"/>
    <dgm:cxn modelId="{A5062CE5-65E6-4611-AD49-1A6E58D33B66}" type="presOf" srcId="{DB29176E-ED43-4D86-AAE9-8E030DA35281}" destId="{876F49C2-DDD2-4109-BCB4-DA48BE3367CA}" srcOrd="0" destOrd="0" presId="urn:microsoft.com/office/officeart/2005/8/layout/radial4"/>
    <dgm:cxn modelId="{1457F57D-CC07-4AE4-B22E-386BF928689E}" type="presParOf" srcId="{20804D10-E618-4F95-A798-605F5BE12926}" destId="{3881B09C-5B07-4B1C-A19A-B38288736629}" srcOrd="0" destOrd="0" presId="urn:microsoft.com/office/officeart/2005/8/layout/radial4"/>
    <dgm:cxn modelId="{438F297F-5B07-473B-8490-8B50B9074C6C}" type="presParOf" srcId="{20804D10-E618-4F95-A798-605F5BE12926}" destId="{33AD4423-AC18-4146-B628-AD5F3046CD43}" srcOrd="1" destOrd="0" presId="urn:microsoft.com/office/officeart/2005/8/layout/radial4"/>
    <dgm:cxn modelId="{E8B42796-393B-49A3-A727-A55B532B026E}" type="presParOf" srcId="{20804D10-E618-4F95-A798-605F5BE12926}" destId="{876F49C2-DDD2-4109-BCB4-DA48BE3367CA}" srcOrd="2" destOrd="0" presId="urn:microsoft.com/office/officeart/2005/8/layout/radial4"/>
    <dgm:cxn modelId="{4648BF20-38BA-4E12-A7F0-7BF5A88D3FB1}" type="presParOf" srcId="{20804D10-E618-4F95-A798-605F5BE12926}" destId="{0EA05777-B460-4043-9C2D-2D7030C26DEA}" srcOrd="3" destOrd="0" presId="urn:microsoft.com/office/officeart/2005/8/layout/radial4"/>
    <dgm:cxn modelId="{BAE26E71-9587-4027-89FD-424BDB92FAFB}" type="presParOf" srcId="{20804D10-E618-4F95-A798-605F5BE12926}" destId="{ED4546D8-4473-4A58-B1E2-D0EB2C74C55A}" srcOrd="4" destOrd="0" presId="urn:microsoft.com/office/officeart/2005/8/layout/radial4"/>
    <dgm:cxn modelId="{C930C110-3A63-4EC1-9C80-A11B490728A7}" type="presParOf" srcId="{20804D10-E618-4F95-A798-605F5BE12926}" destId="{E6404DA0-723D-4937-962C-822AE18F9A3D}" srcOrd="5" destOrd="0" presId="urn:microsoft.com/office/officeart/2005/8/layout/radial4"/>
    <dgm:cxn modelId="{2B1907EC-4E88-4FA4-9613-BD739195FA4D}" type="presParOf" srcId="{20804D10-E618-4F95-A798-605F5BE12926}" destId="{5C4ECCC1-3B57-4581-B96F-01BCE19442C8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BDCE7A-F4FC-4559-9CB0-FE75C9AC1A5E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3254C18-2B41-4131-A423-33770A34C0FC}">
      <dgm:prSet phldrT="[Text]" phldr="0"/>
      <dgm:spPr/>
      <dgm:t>
        <a:bodyPr/>
        <a:lstStyle/>
        <a:p>
          <a:r>
            <a:rPr lang="ro-RO" b="1"/>
            <a:t>Informațiile</a:t>
          </a:r>
          <a:endParaRPr lang="en-US" b="1"/>
        </a:p>
      </dgm:t>
    </dgm:pt>
    <dgm:pt modelId="{F425E134-B538-418C-ABA7-A016FF9C7C37}" type="parTrans" cxnId="{1750DC63-5C42-4A16-8181-13A0AF84ED85}">
      <dgm:prSet/>
      <dgm:spPr/>
      <dgm:t>
        <a:bodyPr/>
        <a:lstStyle/>
        <a:p>
          <a:endParaRPr lang="en-US"/>
        </a:p>
      </dgm:t>
    </dgm:pt>
    <dgm:pt modelId="{AE74AB5B-C484-4689-A3B7-4AC4A8A5E3E1}" type="sibTrans" cxnId="{1750DC63-5C42-4A16-8181-13A0AF84ED85}">
      <dgm:prSet/>
      <dgm:spPr/>
      <dgm:t>
        <a:bodyPr/>
        <a:lstStyle/>
        <a:p>
          <a:endParaRPr lang="en-US"/>
        </a:p>
      </dgm:t>
    </dgm:pt>
    <dgm:pt modelId="{F62C4A22-55CF-4E65-9A2D-EA9B527424C9}">
      <dgm:prSet phldrT="[Text]"/>
      <dgm:spPr/>
      <dgm:t>
        <a:bodyPr/>
        <a:lstStyle/>
        <a:p>
          <a:pPr algn="l">
            <a:buNone/>
          </a:pPr>
          <a:r>
            <a:rPr lang="ru-RU" b="1" dirty="0"/>
            <a:t>   </a:t>
          </a:r>
          <a:r>
            <a:rPr lang="ro-RO" b="1" dirty="0"/>
            <a:t>joc cu o singură rundă</a:t>
          </a:r>
          <a:r>
            <a:rPr lang="ro-RO" dirty="0"/>
            <a:t>, non-cooperativ, </a:t>
          </a:r>
          <a:r>
            <a:rPr lang="ro-RO" b="1" dirty="0"/>
            <a:t>cu informație completă și informație imperfectă</a:t>
          </a:r>
          <a:endParaRPr lang="en-US" dirty="0"/>
        </a:p>
      </dgm:t>
    </dgm:pt>
    <dgm:pt modelId="{8AD330EF-EA23-47F2-9869-06E743E20D7D}" type="parTrans" cxnId="{B97F7E2E-1B6C-4063-99EE-2FE25037DCD1}">
      <dgm:prSet/>
      <dgm:spPr/>
      <dgm:t>
        <a:bodyPr/>
        <a:lstStyle/>
        <a:p>
          <a:endParaRPr lang="en-US"/>
        </a:p>
      </dgm:t>
    </dgm:pt>
    <dgm:pt modelId="{B16AF313-9391-46A1-8A69-0A7F5AE18E9C}" type="sibTrans" cxnId="{B97F7E2E-1B6C-4063-99EE-2FE25037DCD1}">
      <dgm:prSet/>
      <dgm:spPr/>
      <dgm:t>
        <a:bodyPr/>
        <a:lstStyle/>
        <a:p>
          <a:endParaRPr lang="en-US"/>
        </a:p>
      </dgm:t>
    </dgm:pt>
    <dgm:pt modelId="{F9FCE441-FA4B-4DE8-BD3F-30388A0748EC}">
      <dgm:prSet phldrT="[Text]" phldr="0"/>
      <dgm:spPr/>
      <dgm:t>
        <a:bodyPr/>
        <a:lstStyle/>
        <a:p>
          <a:r>
            <a:rPr lang="ro-RO" b="1"/>
            <a:t>Rezultatele</a:t>
          </a:r>
          <a:endParaRPr lang="en-US" b="1"/>
        </a:p>
      </dgm:t>
    </dgm:pt>
    <dgm:pt modelId="{3C911CB3-1452-4D93-B453-C83DE3173810}" type="parTrans" cxnId="{18994E5A-38C6-4DB9-BC26-F52931F30B53}">
      <dgm:prSet/>
      <dgm:spPr/>
      <dgm:t>
        <a:bodyPr/>
        <a:lstStyle/>
        <a:p>
          <a:endParaRPr lang="en-US"/>
        </a:p>
      </dgm:t>
    </dgm:pt>
    <dgm:pt modelId="{A74F2D5B-FD91-472A-8BBB-D2E8CC69E1E3}" type="sibTrans" cxnId="{18994E5A-38C6-4DB9-BC26-F52931F30B53}">
      <dgm:prSet/>
      <dgm:spPr/>
      <dgm:t>
        <a:bodyPr/>
        <a:lstStyle/>
        <a:p>
          <a:endParaRPr lang="en-US"/>
        </a:p>
      </dgm:t>
    </dgm:pt>
    <dgm:pt modelId="{0A487E83-F1F8-4242-9B66-CA4F605B042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dirty="0"/>
            <a:t>    - </a:t>
          </a:r>
          <a:r>
            <a:rPr lang="ro-RO" dirty="0"/>
            <a:t>beneficii </a:t>
          </a:r>
          <a:r>
            <a:rPr lang="ro-RO" dirty="0" err="1"/>
            <a:t>reputaționale</a:t>
          </a:r>
          <a:r>
            <a:rPr lang="ro-RO" dirty="0"/>
            <a:t> semnificative</a:t>
          </a:r>
          <a:endParaRPr lang="en-US" dirty="0"/>
        </a:p>
      </dgm:t>
    </dgm:pt>
    <dgm:pt modelId="{505BAEFD-48B3-4E74-AE0A-A68EA433EE23}" type="parTrans" cxnId="{7B2E699D-AE91-488C-BCEB-5735DB5A387C}">
      <dgm:prSet/>
      <dgm:spPr/>
      <dgm:t>
        <a:bodyPr/>
        <a:lstStyle/>
        <a:p>
          <a:endParaRPr lang="en-US"/>
        </a:p>
      </dgm:t>
    </dgm:pt>
    <dgm:pt modelId="{104CCBAC-8971-42FE-86A1-943D34669620}" type="sibTrans" cxnId="{7B2E699D-AE91-488C-BCEB-5735DB5A387C}">
      <dgm:prSet/>
      <dgm:spPr/>
      <dgm:t>
        <a:bodyPr/>
        <a:lstStyle/>
        <a:p>
          <a:endParaRPr lang="en-US"/>
        </a:p>
      </dgm:t>
    </dgm:pt>
    <dgm:pt modelId="{DECFAE73-FFD6-4ED1-8663-F205EFD247AA}">
      <dgm:prSet phldrT="[Text]" phldr="0"/>
      <dgm:spPr/>
      <dgm:t>
        <a:bodyPr/>
        <a:lstStyle/>
        <a:p>
          <a:r>
            <a:rPr lang="ro-RO" b="1"/>
            <a:t>Soluția</a:t>
          </a:r>
          <a:endParaRPr lang="en-US" b="1"/>
        </a:p>
      </dgm:t>
    </dgm:pt>
    <dgm:pt modelId="{D832712E-2AB6-49D6-8EF6-BF50D3771C27}" type="parTrans" cxnId="{3E0D2FA2-5FEE-4282-A1BF-951B88031821}">
      <dgm:prSet/>
      <dgm:spPr/>
      <dgm:t>
        <a:bodyPr/>
        <a:lstStyle/>
        <a:p>
          <a:endParaRPr lang="en-US"/>
        </a:p>
      </dgm:t>
    </dgm:pt>
    <dgm:pt modelId="{FB70BFB9-E609-48A5-ACA5-8131FEF1222F}" type="sibTrans" cxnId="{3E0D2FA2-5FEE-4282-A1BF-951B88031821}">
      <dgm:prSet/>
      <dgm:spPr/>
      <dgm:t>
        <a:bodyPr/>
        <a:lstStyle/>
        <a:p>
          <a:endParaRPr lang="en-US"/>
        </a:p>
      </dgm:t>
    </dgm:pt>
    <dgm:pt modelId="{EA27D5C6-7DBD-4868-B994-BF767AFA285D}">
      <dgm:prSet phldrT="[Text]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ru-RU" b="1" dirty="0"/>
            <a:t>   </a:t>
          </a:r>
          <a:r>
            <a:rPr lang="ro-RO" b="1" dirty="0"/>
            <a:t>Stevens </a:t>
          </a:r>
          <a:r>
            <a:rPr lang="ro-RO" b="1" dirty="0" err="1"/>
            <a:t>Aviation</a:t>
          </a:r>
          <a:r>
            <a:rPr lang="ro-RO" b="1" dirty="0"/>
            <a:t> a câștigat confruntarea fizică</a:t>
          </a:r>
          <a:r>
            <a:rPr lang="ro-RO" dirty="0"/>
            <a:t>, compania a permis </a:t>
          </a:r>
          <a:r>
            <a:rPr lang="ro-RO" b="1" dirty="0" err="1"/>
            <a:t>Southwest</a:t>
          </a:r>
          <a:r>
            <a:rPr lang="ro-RO" b="1" dirty="0"/>
            <a:t> Airlines să continue utilizarea sloganului</a:t>
          </a:r>
          <a:endParaRPr lang="en-US" dirty="0"/>
        </a:p>
      </dgm:t>
    </dgm:pt>
    <dgm:pt modelId="{B13F9D15-B02E-44F7-93F5-6BC9CB6E42F1}" type="parTrans" cxnId="{13DD8F71-1F13-4AA7-B7AC-65ED3C08FAAF}">
      <dgm:prSet/>
      <dgm:spPr/>
      <dgm:t>
        <a:bodyPr/>
        <a:lstStyle/>
        <a:p>
          <a:endParaRPr lang="en-US"/>
        </a:p>
      </dgm:t>
    </dgm:pt>
    <dgm:pt modelId="{28EEA0F2-AAB8-4EC5-ADF3-11F18F96BDC8}" type="sibTrans" cxnId="{13DD8F71-1F13-4AA7-B7AC-65ED3C08FAAF}">
      <dgm:prSet/>
      <dgm:spPr/>
      <dgm:t>
        <a:bodyPr/>
        <a:lstStyle/>
        <a:p>
          <a:endParaRPr lang="en-US"/>
        </a:p>
      </dgm:t>
    </dgm:pt>
    <dgm:pt modelId="{E2526391-F43F-429D-82AD-2AEBB2C10D18}">
      <dgm:prSet phldrT="[Text]" phldr="0"/>
      <dgm:spPr/>
      <dgm:t>
        <a:bodyPr/>
        <a:lstStyle/>
        <a:p>
          <a:r>
            <a:rPr lang="ro-RO" b="1"/>
            <a:t>Strategiile</a:t>
          </a:r>
          <a:endParaRPr lang="en-US" b="1"/>
        </a:p>
      </dgm:t>
    </dgm:pt>
    <dgm:pt modelId="{45D3EBB5-37C2-4237-8EE5-5AD2968B50C6}" type="sibTrans" cxnId="{09960997-F527-429B-9484-65D9034BB57B}">
      <dgm:prSet/>
      <dgm:spPr/>
      <dgm:t>
        <a:bodyPr/>
        <a:lstStyle/>
        <a:p>
          <a:endParaRPr lang="en-US"/>
        </a:p>
      </dgm:t>
    </dgm:pt>
    <dgm:pt modelId="{7F96E280-1F4A-4C4E-A8EB-62729AD248D7}" type="parTrans" cxnId="{09960997-F527-429B-9484-65D9034BB57B}">
      <dgm:prSet/>
      <dgm:spPr/>
      <dgm:t>
        <a:bodyPr/>
        <a:lstStyle/>
        <a:p>
          <a:endParaRPr lang="en-US"/>
        </a:p>
      </dgm:t>
    </dgm:pt>
    <dgm:pt modelId="{52D73EA8-8B29-40C9-8784-EF487719906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o-RO" dirty="0"/>
            <a:t>Stevens </a:t>
          </a:r>
          <a:r>
            <a:rPr lang="ro-RO" dirty="0" err="1"/>
            <a:t>Aviation</a:t>
          </a:r>
          <a:r>
            <a:rPr lang="ro-RO" dirty="0"/>
            <a:t> poate alege între inițierea unui proces juridic sau acceptarea confruntării simbolice.</a:t>
          </a:r>
          <a:endParaRPr lang="en-US" dirty="0"/>
        </a:p>
      </dgm:t>
    </dgm:pt>
    <dgm:pt modelId="{3A1B0290-1851-4730-930D-AD342397549D}" type="sibTrans" cxnId="{FB1D1289-D15D-4F24-95E9-211EDBC8CCF2}">
      <dgm:prSet/>
      <dgm:spPr/>
      <dgm:t>
        <a:bodyPr/>
        <a:lstStyle/>
        <a:p>
          <a:endParaRPr lang="en-US"/>
        </a:p>
      </dgm:t>
    </dgm:pt>
    <dgm:pt modelId="{D64C5713-481F-430A-8926-6DF7468827BE}" type="parTrans" cxnId="{FB1D1289-D15D-4F24-95E9-211EDBC8CCF2}">
      <dgm:prSet/>
      <dgm:spPr/>
      <dgm:t>
        <a:bodyPr/>
        <a:lstStyle/>
        <a:p>
          <a:endParaRPr lang="en-US"/>
        </a:p>
      </dgm:t>
    </dgm:pt>
    <dgm:pt modelId="{D314B821-9C81-DA4B-B149-3CEDCEDB9E6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dirty="0"/>
            <a:t>  - </a:t>
          </a:r>
          <a:r>
            <a:rPr lang="ro-RO" dirty="0"/>
            <a:t>valoarea publicității generate a fost superioară avantajului exclusiv asupra mărcii</a:t>
          </a:r>
          <a:endParaRPr lang="en-US" dirty="0"/>
        </a:p>
      </dgm:t>
    </dgm:pt>
    <dgm:pt modelId="{26E59FB0-44E5-894C-BA89-C7E9A7D6A420}" type="parTrans" cxnId="{43F1DEB3-899E-684A-9BDC-F0F9BB678FD0}">
      <dgm:prSet/>
      <dgm:spPr/>
      <dgm:t>
        <a:bodyPr/>
        <a:lstStyle/>
        <a:p>
          <a:endParaRPr lang="en-GB"/>
        </a:p>
      </dgm:t>
    </dgm:pt>
    <dgm:pt modelId="{255FF3DE-9C05-CA4B-BC12-38809AEE3A90}" type="sibTrans" cxnId="{43F1DEB3-899E-684A-9BDC-F0F9BB678FD0}">
      <dgm:prSet/>
      <dgm:spPr/>
      <dgm:t>
        <a:bodyPr/>
        <a:lstStyle/>
        <a:p>
          <a:endParaRPr lang="en-GB"/>
        </a:p>
      </dgm:t>
    </dgm:pt>
    <dgm:pt modelId="{62711F4A-DDA9-3646-9A86-0DED5627E4B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E3E404F0-B0D5-DD48-B086-FEE9D7D019A4}" type="parTrans" cxnId="{DCAB3C6C-1323-3E49-ACAF-4739996DD679}">
      <dgm:prSet/>
      <dgm:spPr/>
      <dgm:t>
        <a:bodyPr/>
        <a:lstStyle/>
        <a:p>
          <a:endParaRPr lang="en-GB"/>
        </a:p>
      </dgm:t>
    </dgm:pt>
    <dgm:pt modelId="{12A881DE-C67A-D845-B1E0-39D272676D86}" type="sibTrans" cxnId="{DCAB3C6C-1323-3E49-ACAF-4739996DD679}">
      <dgm:prSet/>
      <dgm:spPr/>
      <dgm:t>
        <a:bodyPr/>
        <a:lstStyle/>
        <a:p>
          <a:endParaRPr lang="en-GB"/>
        </a:p>
      </dgm:t>
    </dgm:pt>
    <dgm:pt modelId="{09BD0582-2456-A54B-A9FD-D301EADA76C5}">
      <dgm:prSet/>
      <dgm:spPr/>
      <dgm:t>
        <a:bodyPr/>
        <a:lstStyle/>
        <a:p>
          <a:r>
            <a:rPr lang="ro-RO" dirty="0" err="1"/>
            <a:t>Southwest</a:t>
          </a:r>
          <a:r>
            <a:rPr lang="ro-RO" dirty="0"/>
            <a:t> Airlines poate opta fie pentru apărarea juridică a poziției sale, fie pentru acceptarea soluției alternative propuse</a:t>
          </a:r>
          <a:endParaRPr lang="en-MD" dirty="0"/>
        </a:p>
      </dgm:t>
    </dgm:pt>
    <dgm:pt modelId="{FCCF7904-5ED5-6745-9F94-0B35B1295772}" type="parTrans" cxnId="{0C52C4D6-7387-E94E-9315-EEEAF8CFFE03}">
      <dgm:prSet/>
      <dgm:spPr/>
      <dgm:t>
        <a:bodyPr/>
        <a:lstStyle/>
        <a:p>
          <a:endParaRPr lang="en-GB"/>
        </a:p>
      </dgm:t>
    </dgm:pt>
    <dgm:pt modelId="{CD9772EF-7AC8-2E49-A2E0-122405087D3E}" type="sibTrans" cxnId="{0C52C4D6-7387-E94E-9315-EEEAF8CFFE03}">
      <dgm:prSet/>
      <dgm:spPr/>
      <dgm:t>
        <a:bodyPr/>
        <a:lstStyle/>
        <a:p>
          <a:endParaRPr lang="en-GB"/>
        </a:p>
      </dgm:t>
    </dgm:pt>
    <dgm:pt modelId="{60827612-D108-6541-91DB-3A1C5D0C5FF4}" type="pres">
      <dgm:prSet presAssocID="{4DBDCE7A-F4FC-4559-9CB0-FE75C9AC1A5E}" presName="Name0" presStyleCnt="0">
        <dgm:presLayoutVars>
          <dgm:dir/>
          <dgm:animLvl val="lvl"/>
          <dgm:resizeHandles val="exact"/>
        </dgm:presLayoutVars>
      </dgm:prSet>
      <dgm:spPr/>
    </dgm:pt>
    <dgm:pt modelId="{AA2EC636-EE04-E248-B862-CD1D94D3C95C}" type="pres">
      <dgm:prSet presAssocID="{83254C18-2B41-4131-A423-33770A34C0FC}" presName="composite" presStyleCnt="0"/>
      <dgm:spPr/>
    </dgm:pt>
    <dgm:pt modelId="{ABF02426-0A13-834C-9C0F-37AD678E54CF}" type="pres">
      <dgm:prSet presAssocID="{83254C18-2B41-4131-A423-33770A34C0F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3650DF6-8528-9F41-9757-A91A825BA10E}" type="pres">
      <dgm:prSet presAssocID="{83254C18-2B41-4131-A423-33770A34C0FC}" presName="desTx" presStyleLbl="alignAccFollowNode1" presStyleIdx="0" presStyleCnt="4">
        <dgm:presLayoutVars>
          <dgm:bulletEnabled val="1"/>
        </dgm:presLayoutVars>
      </dgm:prSet>
      <dgm:spPr/>
    </dgm:pt>
    <dgm:pt modelId="{890EBC04-35CD-904D-A74E-F070F7279CD7}" type="pres">
      <dgm:prSet presAssocID="{AE74AB5B-C484-4689-A3B7-4AC4A8A5E3E1}" presName="space" presStyleCnt="0"/>
      <dgm:spPr/>
    </dgm:pt>
    <dgm:pt modelId="{A89037B6-B3BA-1E41-B2C3-A6093F85E1B9}" type="pres">
      <dgm:prSet presAssocID="{E2526391-F43F-429D-82AD-2AEBB2C10D18}" presName="composite" presStyleCnt="0"/>
      <dgm:spPr/>
    </dgm:pt>
    <dgm:pt modelId="{08E87121-AB16-714E-8C2B-AB03BDEB2465}" type="pres">
      <dgm:prSet presAssocID="{E2526391-F43F-429D-82AD-2AEBB2C10D1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8E8EF98-DAF5-5F43-A2B8-4FDC55C80D3D}" type="pres">
      <dgm:prSet presAssocID="{E2526391-F43F-429D-82AD-2AEBB2C10D18}" presName="desTx" presStyleLbl="alignAccFollowNode1" presStyleIdx="1" presStyleCnt="4">
        <dgm:presLayoutVars>
          <dgm:bulletEnabled val="1"/>
        </dgm:presLayoutVars>
      </dgm:prSet>
      <dgm:spPr/>
    </dgm:pt>
    <dgm:pt modelId="{994F9ADC-14BB-674F-8453-47F0D2CC041A}" type="pres">
      <dgm:prSet presAssocID="{45D3EBB5-37C2-4237-8EE5-5AD2968B50C6}" presName="space" presStyleCnt="0"/>
      <dgm:spPr/>
    </dgm:pt>
    <dgm:pt modelId="{EFDF59CC-DF67-4549-A1DD-B8F9F8FE690E}" type="pres">
      <dgm:prSet presAssocID="{F9FCE441-FA4B-4DE8-BD3F-30388A0748EC}" presName="composite" presStyleCnt="0"/>
      <dgm:spPr/>
    </dgm:pt>
    <dgm:pt modelId="{DAA93D34-9658-A04B-B1DB-A2F3E0DCC0CF}" type="pres">
      <dgm:prSet presAssocID="{F9FCE441-FA4B-4DE8-BD3F-30388A0748E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E882CB4-F3BF-8E4F-A7E4-B81767770607}" type="pres">
      <dgm:prSet presAssocID="{F9FCE441-FA4B-4DE8-BD3F-30388A0748EC}" presName="desTx" presStyleLbl="alignAccFollowNode1" presStyleIdx="2" presStyleCnt="4">
        <dgm:presLayoutVars>
          <dgm:bulletEnabled val="1"/>
        </dgm:presLayoutVars>
      </dgm:prSet>
      <dgm:spPr/>
    </dgm:pt>
    <dgm:pt modelId="{4B1058EC-D914-CA46-9A87-8D92E21D1961}" type="pres">
      <dgm:prSet presAssocID="{A74F2D5B-FD91-472A-8BBB-D2E8CC69E1E3}" presName="space" presStyleCnt="0"/>
      <dgm:spPr/>
    </dgm:pt>
    <dgm:pt modelId="{F7982C6D-670F-D64F-A5C8-AC6B6AF660F3}" type="pres">
      <dgm:prSet presAssocID="{DECFAE73-FFD6-4ED1-8663-F205EFD247AA}" presName="composite" presStyleCnt="0"/>
      <dgm:spPr/>
    </dgm:pt>
    <dgm:pt modelId="{80943116-4F8B-C345-B299-C87B35353894}" type="pres">
      <dgm:prSet presAssocID="{DECFAE73-FFD6-4ED1-8663-F205EFD247A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4552263-7F2F-8045-87D4-469656C9FBE0}" type="pres">
      <dgm:prSet presAssocID="{DECFAE73-FFD6-4ED1-8663-F205EFD247A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0E13205-E137-C94E-A252-D2894D483ED7}" type="presOf" srcId="{52D73EA8-8B29-40C9-8784-EF4877199061}" destId="{18E8EF98-DAF5-5F43-A2B8-4FDC55C80D3D}" srcOrd="0" destOrd="0" presId="urn:microsoft.com/office/officeart/2005/8/layout/hList1"/>
    <dgm:cxn modelId="{4D975616-25AD-774D-A746-D1C1AC907AE7}" type="presOf" srcId="{0A487E83-F1F8-4242-9B66-CA4F605B042F}" destId="{DE882CB4-F3BF-8E4F-A7E4-B81767770607}" srcOrd="0" destOrd="0" presId="urn:microsoft.com/office/officeart/2005/8/layout/hList1"/>
    <dgm:cxn modelId="{681CCF2B-7B4E-DD4A-BD20-8706A87C39D2}" type="presOf" srcId="{4DBDCE7A-F4FC-4559-9CB0-FE75C9AC1A5E}" destId="{60827612-D108-6541-91DB-3A1C5D0C5FF4}" srcOrd="0" destOrd="0" presId="urn:microsoft.com/office/officeart/2005/8/layout/hList1"/>
    <dgm:cxn modelId="{B97F7E2E-1B6C-4063-99EE-2FE25037DCD1}" srcId="{83254C18-2B41-4131-A423-33770A34C0FC}" destId="{F62C4A22-55CF-4E65-9A2D-EA9B527424C9}" srcOrd="0" destOrd="0" parTransId="{8AD330EF-EA23-47F2-9869-06E743E20D7D}" sibTransId="{B16AF313-9391-46A1-8A69-0A7F5AE18E9C}"/>
    <dgm:cxn modelId="{3DC0EA4C-CA7E-D641-AF4F-874613A7BC12}" type="presOf" srcId="{DECFAE73-FFD6-4ED1-8663-F205EFD247AA}" destId="{80943116-4F8B-C345-B299-C87B35353894}" srcOrd="0" destOrd="0" presId="urn:microsoft.com/office/officeart/2005/8/layout/hList1"/>
    <dgm:cxn modelId="{18994E5A-38C6-4DB9-BC26-F52931F30B53}" srcId="{4DBDCE7A-F4FC-4559-9CB0-FE75C9AC1A5E}" destId="{F9FCE441-FA4B-4DE8-BD3F-30388A0748EC}" srcOrd="2" destOrd="0" parTransId="{3C911CB3-1452-4D93-B453-C83DE3173810}" sibTransId="{A74F2D5B-FD91-472A-8BBB-D2E8CC69E1E3}"/>
    <dgm:cxn modelId="{1750DC63-5C42-4A16-8181-13A0AF84ED85}" srcId="{4DBDCE7A-F4FC-4559-9CB0-FE75C9AC1A5E}" destId="{83254C18-2B41-4131-A423-33770A34C0FC}" srcOrd="0" destOrd="0" parTransId="{F425E134-B538-418C-ABA7-A016FF9C7C37}" sibTransId="{AE74AB5B-C484-4689-A3B7-4AC4A8A5E3E1}"/>
    <dgm:cxn modelId="{DCAB3C6C-1323-3E49-ACAF-4739996DD679}" srcId="{F9FCE441-FA4B-4DE8-BD3F-30388A0748EC}" destId="{62711F4A-DDA9-3646-9A86-0DED5627E4B6}" srcOrd="1" destOrd="0" parTransId="{E3E404F0-B0D5-DD48-B086-FEE9D7D019A4}" sibTransId="{12A881DE-C67A-D845-B1E0-39D272676D86}"/>
    <dgm:cxn modelId="{8EA0846C-1A81-E444-B5EB-B32C5A11C18E}" type="presOf" srcId="{09BD0582-2456-A54B-A9FD-D301EADA76C5}" destId="{18E8EF98-DAF5-5F43-A2B8-4FDC55C80D3D}" srcOrd="0" destOrd="1" presId="urn:microsoft.com/office/officeart/2005/8/layout/hList1"/>
    <dgm:cxn modelId="{13DD8F71-1F13-4AA7-B7AC-65ED3C08FAAF}" srcId="{DECFAE73-FFD6-4ED1-8663-F205EFD247AA}" destId="{EA27D5C6-7DBD-4868-B994-BF767AFA285D}" srcOrd="0" destOrd="0" parTransId="{B13F9D15-B02E-44F7-93F5-6BC9CB6E42F1}" sibTransId="{28EEA0F2-AAB8-4EC5-ADF3-11F18F96BDC8}"/>
    <dgm:cxn modelId="{FB1D1289-D15D-4F24-95E9-211EDBC8CCF2}" srcId="{E2526391-F43F-429D-82AD-2AEBB2C10D18}" destId="{52D73EA8-8B29-40C9-8784-EF4877199061}" srcOrd="0" destOrd="0" parTransId="{D64C5713-481F-430A-8926-6DF7468827BE}" sibTransId="{3A1B0290-1851-4730-930D-AD342397549D}"/>
    <dgm:cxn modelId="{86702B90-E235-EB4D-9AAC-9DDBC3BCFADA}" type="presOf" srcId="{D314B821-9C81-DA4B-B149-3CEDCEDB9E66}" destId="{DE882CB4-F3BF-8E4F-A7E4-B81767770607}" srcOrd="0" destOrd="2" presId="urn:microsoft.com/office/officeart/2005/8/layout/hList1"/>
    <dgm:cxn modelId="{09960997-F527-429B-9484-65D9034BB57B}" srcId="{4DBDCE7A-F4FC-4559-9CB0-FE75C9AC1A5E}" destId="{E2526391-F43F-429D-82AD-2AEBB2C10D18}" srcOrd="1" destOrd="0" parTransId="{7F96E280-1F4A-4C4E-A8EB-62729AD248D7}" sibTransId="{45D3EBB5-37C2-4237-8EE5-5AD2968B50C6}"/>
    <dgm:cxn modelId="{274F3B97-66E7-A848-A344-84CB653902A3}" type="presOf" srcId="{83254C18-2B41-4131-A423-33770A34C0FC}" destId="{ABF02426-0A13-834C-9C0F-37AD678E54CF}" srcOrd="0" destOrd="0" presId="urn:microsoft.com/office/officeart/2005/8/layout/hList1"/>
    <dgm:cxn modelId="{7B2E699D-AE91-488C-BCEB-5735DB5A387C}" srcId="{F9FCE441-FA4B-4DE8-BD3F-30388A0748EC}" destId="{0A487E83-F1F8-4242-9B66-CA4F605B042F}" srcOrd="0" destOrd="0" parTransId="{505BAEFD-48B3-4E74-AE0A-A68EA433EE23}" sibTransId="{104CCBAC-8971-42FE-86A1-943D34669620}"/>
    <dgm:cxn modelId="{3E0D2FA2-5FEE-4282-A1BF-951B88031821}" srcId="{4DBDCE7A-F4FC-4559-9CB0-FE75C9AC1A5E}" destId="{DECFAE73-FFD6-4ED1-8663-F205EFD247AA}" srcOrd="3" destOrd="0" parTransId="{D832712E-2AB6-49D6-8EF6-BF50D3771C27}" sibTransId="{FB70BFB9-E609-48A5-ACA5-8131FEF1222F}"/>
    <dgm:cxn modelId="{3940A5A6-1B36-D049-B6B4-42DAC9D3F5FE}" type="presOf" srcId="{62711F4A-DDA9-3646-9A86-0DED5627E4B6}" destId="{DE882CB4-F3BF-8E4F-A7E4-B81767770607}" srcOrd="0" destOrd="1" presId="urn:microsoft.com/office/officeart/2005/8/layout/hList1"/>
    <dgm:cxn modelId="{7B075BB1-1FC7-6348-A80C-CAC8743184A7}" type="presOf" srcId="{F9FCE441-FA4B-4DE8-BD3F-30388A0748EC}" destId="{DAA93D34-9658-A04B-B1DB-A2F3E0DCC0CF}" srcOrd="0" destOrd="0" presId="urn:microsoft.com/office/officeart/2005/8/layout/hList1"/>
    <dgm:cxn modelId="{43F1DEB3-899E-684A-9BDC-F0F9BB678FD0}" srcId="{F9FCE441-FA4B-4DE8-BD3F-30388A0748EC}" destId="{D314B821-9C81-DA4B-B149-3CEDCEDB9E66}" srcOrd="2" destOrd="0" parTransId="{26E59FB0-44E5-894C-BA89-C7E9A7D6A420}" sibTransId="{255FF3DE-9C05-CA4B-BC12-38809AEE3A90}"/>
    <dgm:cxn modelId="{0C52C4D6-7387-E94E-9315-EEEAF8CFFE03}" srcId="{E2526391-F43F-429D-82AD-2AEBB2C10D18}" destId="{09BD0582-2456-A54B-A9FD-D301EADA76C5}" srcOrd="1" destOrd="0" parTransId="{FCCF7904-5ED5-6745-9F94-0B35B1295772}" sibTransId="{CD9772EF-7AC8-2E49-A2E0-122405087D3E}"/>
    <dgm:cxn modelId="{FB243BE0-2C30-A240-8953-392AE0F675BF}" type="presOf" srcId="{EA27D5C6-7DBD-4868-B994-BF767AFA285D}" destId="{44552263-7F2F-8045-87D4-469656C9FBE0}" srcOrd="0" destOrd="0" presId="urn:microsoft.com/office/officeart/2005/8/layout/hList1"/>
    <dgm:cxn modelId="{38EBA8E7-5EEE-D749-9F4D-4A54FB57807A}" type="presOf" srcId="{F62C4A22-55CF-4E65-9A2D-EA9B527424C9}" destId="{F3650DF6-8528-9F41-9757-A91A825BA10E}" srcOrd="0" destOrd="0" presId="urn:microsoft.com/office/officeart/2005/8/layout/hList1"/>
    <dgm:cxn modelId="{D6870DFC-D68E-8547-9328-66FD397D6BE7}" type="presOf" srcId="{E2526391-F43F-429D-82AD-2AEBB2C10D18}" destId="{08E87121-AB16-714E-8C2B-AB03BDEB2465}" srcOrd="0" destOrd="0" presId="urn:microsoft.com/office/officeart/2005/8/layout/hList1"/>
    <dgm:cxn modelId="{D9F5FB8E-A4D0-B549-9EF4-87A7A4D2A4B4}" type="presParOf" srcId="{60827612-D108-6541-91DB-3A1C5D0C5FF4}" destId="{AA2EC636-EE04-E248-B862-CD1D94D3C95C}" srcOrd="0" destOrd="0" presId="urn:microsoft.com/office/officeart/2005/8/layout/hList1"/>
    <dgm:cxn modelId="{4BD60701-F9CF-164F-9661-6F1386C8F3B9}" type="presParOf" srcId="{AA2EC636-EE04-E248-B862-CD1D94D3C95C}" destId="{ABF02426-0A13-834C-9C0F-37AD678E54CF}" srcOrd="0" destOrd="0" presId="urn:microsoft.com/office/officeart/2005/8/layout/hList1"/>
    <dgm:cxn modelId="{E9ECCBD2-475B-2147-B794-DF969A3985C3}" type="presParOf" srcId="{AA2EC636-EE04-E248-B862-CD1D94D3C95C}" destId="{F3650DF6-8528-9F41-9757-A91A825BA10E}" srcOrd="1" destOrd="0" presId="urn:microsoft.com/office/officeart/2005/8/layout/hList1"/>
    <dgm:cxn modelId="{54BD2E63-E777-6D40-B3CA-165324C1DD84}" type="presParOf" srcId="{60827612-D108-6541-91DB-3A1C5D0C5FF4}" destId="{890EBC04-35CD-904D-A74E-F070F7279CD7}" srcOrd="1" destOrd="0" presId="urn:microsoft.com/office/officeart/2005/8/layout/hList1"/>
    <dgm:cxn modelId="{A59D3092-47AB-984F-A8E4-8D8B52350FBF}" type="presParOf" srcId="{60827612-D108-6541-91DB-3A1C5D0C5FF4}" destId="{A89037B6-B3BA-1E41-B2C3-A6093F85E1B9}" srcOrd="2" destOrd="0" presId="urn:microsoft.com/office/officeart/2005/8/layout/hList1"/>
    <dgm:cxn modelId="{8FC8DE6D-A61B-7040-B16C-73E2A13AFE7E}" type="presParOf" srcId="{A89037B6-B3BA-1E41-B2C3-A6093F85E1B9}" destId="{08E87121-AB16-714E-8C2B-AB03BDEB2465}" srcOrd="0" destOrd="0" presId="urn:microsoft.com/office/officeart/2005/8/layout/hList1"/>
    <dgm:cxn modelId="{9457E0FB-FFF3-184A-A1C0-2039AD43BC45}" type="presParOf" srcId="{A89037B6-B3BA-1E41-B2C3-A6093F85E1B9}" destId="{18E8EF98-DAF5-5F43-A2B8-4FDC55C80D3D}" srcOrd="1" destOrd="0" presId="urn:microsoft.com/office/officeart/2005/8/layout/hList1"/>
    <dgm:cxn modelId="{3988EC99-FC1B-8043-83F0-415DAA0AA77C}" type="presParOf" srcId="{60827612-D108-6541-91DB-3A1C5D0C5FF4}" destId="{994F9ADC-14BB-674F-8453-47F0D2CC041A}" srcOrd="3" destOrd="0" presId="urn:microsoft.com/office/officeart/2005/8/layout/hList1"/>
    <dgm:cxn modelId="{ED9D24A7-A12E-0A4C-9ED7-91C4CBA52FB5}" type="presParOf" srcId="{60827612-D108-6541-91DB-3A1C5D0C5FF4}" destId="{EFDF59CC-DF67-4549-A1DD-B8F9F8FE690E}" srcOrd="4" destOrd="0" presId="urn:microsoft.com/office/officeart/2005/8/layout/hList1"/>
    <dgm:cxn modelId="{7708797B-87F6-6247-B961-2D1696D93E3A}" type="presParOf" srcId="{EFDF59CC-DF67-4549-A1DD-B8F9F8FE690E}" destId="{DAA93D34-9658-A04B-B1DB-A2F3E0DCC0CF}" srcOrd="0" destOrd="0" presId="urn:microsoft.com/office/officeart/2005/8/layout/hList1"/>
    <dgm:cxn modelId="{187053AF-5516-6B47-940B-862A7764A02E}" type="presParOf" srcId="{EFDF59CC-DF67-4549-A1DD-B8F9F8FE690E}" destId="{DE882CB4-F3BF-8E4F-A7E4-B81767770607}" srcOrd="1" destOrd="0" presId="urn:microsoft.com/office/officeart/2005/8/layout/hList1"/>
    <dgm:cxn modelId="{1D9E1BD9-8B80-DD48-852C-7192D5581F87}" type="presParOf" srcId="{60827612-D108-6541-91DB-3A1C5D0C5FF4}" destId="{4B1058EC-D914-CA46-9A87-8D92E21D1961}" srcOrd="5" destOrd="0" presId="urn:microsoft.com/office/officeart/2005/8/layout/hList1"/>
    <dgm:cxn modelId="{F3471823-3A00-C34F-BF43-77427D23E184}" type="presParOf" srcId="{60827612-D108-6541-91DB-3A1C5D0C5FF4}" destId="{F7982C6D-670F-D64F-A5C8-AC6B6AF660F3}" srcOrd="6" destOrd="0" presId="urn:microsoft.com/office/officeart/2005/8/layout/hList1"/>
    <dgm:cxn modelId="{E88D444E-8BE8-FB41-9134-07372C97677C}" type="presParOf" srcId="{F7982C6D-670F-D64F-A5C8-AC6B6AF660F3}" destId="{80943116-4F8B-C345-B299-C87B35353894}" srcOrd="0" destOrd="0" presId="urn:microsoft.com/office/officeart/2005/8/layout/hList1"/>
    <dgm:cxn modelId="{000136B6-A224-CA46-AC50-57A5437DE9E1}" type="presParOf" srcId="{F7982C6D-670F-D64F-A5C8-AC6B6AF660F3}" destId="{44552263-7F2F-8045-87D4-469656C9FBE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BDCE7A-F4FC-4559-9CB0-FE75C9AC1A5E}" type="doc">
      <dgm:prSet loTypeId="urn:microsoft.com/office/officeart/2005/8/layout/cycle4" loCatId="matrix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3254C18-2B41-4131-A423-33770A34C0FC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Informațiile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F425E134-B538-418C-ABA7-A016FF9C7C37}" type="parTrans" cxnId="{1750DC63-5C42-4A16-8181-13A0AF84ED85}">
      <dgm:prSet/>
      <dgm:spPr/>
      <dgm:t>
        <a:bodyPr/>
        <a:lstStyle/>
        <a:p>
          <a:endParaRPr lang="en-US"/>
        </a:p>
      </dgm:t>
    </dgm:pt>
    <dgm:pt modelId="{AE74AB5B-C484-4689-A3B7-4AC4A8A5E3E1}" type="sibTrans" cxnId="{1750DC63-5C42-4A16-8181-13A0AF84ED85}">
      <dgm:prSet/>
      <dgm:spPr/>
      <dgm:t>
        <a:bodyPr/>
        <a:lstStyle/>
        <a:p>
          <a:endParaRPr lang="en-US"/>
        </a:p>
      </dgm:t>
    </dgm:pt>
    <dgm:pt modelId="{F62C4A22-55CF-4E65-9A2D-EA9B527424C9}">
      <dgm:prSet phldrT="[Text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ro-RO" sz="1400" b="1" dirty="0"/>
            <a:t>   joc cu mai multe runde</a:t>
          </a:r>
          <a:r>
            <a:rPr lang="ro-RO" sz="1400" dirty="0"/>
            <a:t>, de tipul „cel mai bun din trei”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D330EF-EA23-47F2-9869-06E743E20D7D}" type="parTrans" cxnId="{B97F7E2E-1B6C-4063-99EE-2FE25037DCD1}">
      <dgm:prSet/>
      <dgm:spPr/>
      <dgm:t>
        <a:bodyPr/>
        <a:lstStyle/>
        <a:p>
          <a:endParaRPr lang="en-US"/>
        </a:p>
      </dgm:t>
    </dgm:pt>
    <dgm:pt modelId="{B16AF313-9391-46A1-8A69-0A7F5AE18E9C}" type="sibTrans" cxnId="{B97F7E2E-1B6C-4063-99EE-2FE25037DCD1}">
      <dgm:prSet/>
      <dgm:spPr/>
      <dgm:t>
        <a:bodyPr/>
        <a:lstStyle/>
        <a:p>
          <a:endParaRPr lang="en-US"/>
        </a:p>
      </dgm:t>
    </dgm:pt>
    <dgm:pt modelId="{E2526391-F43F-429D-82AD-2AEBB2C10D18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Strategiile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7F96E280-1F4A-4C4E-A8EB-62729AD248D7}" type="parTrans" cxnId="{09960997-F527-429B-9484-65D9034BB57B}">
      <dgm:prSet/>
      <dgm:spPr/>
      <dgm:t>
        <a:bodyPr/>
        <a:lstStyle/>
        <a:p>
          <a:endParaRPr lang="en-US"/>
        </a:p>
      </dgm:t>
    </dgm:pt>
    <dgm:pt modelId="{45D3EBB5-37C2-4237-8EE5-5AD2968B50C6}" type="sibTrans" cxnId="{09960997-F527-429B-9484-65D9034BB57B}">
      <dgm:prSet/>
      <dgm:spPr/>
      <dgm:t>
        <a:bodyPr/>
        <a:lstStyle/>
        <a:p>
          <a:endParaRPr lang="en-US"/>
        </a:p>
      </dgm:t>
    </dgm:pt>
    <dgm:pt modelId="{52D73EA8-8B29-40C9-8784-EF4877199061}">
      <dgm:prSet phldrT="[Text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ro-RO" sz="1400" b="1" dirty="0"/>
            <a:t>   acceptarea voluntară a unei reguli de tip „totul sau </a:t>
          </a:r>
          <a:r>
            <a:rPr lang="ro-RO" sz="1400" b="1" dirty="0" err="1"/>
            <a:t>nimic”</a:t>
          </a:r>
          <a:r>
            <a:rPr lang="ro-RO" sz="1400" dirty="0" err="1"/>
            <a:t>singura</a:t>
          </a:r>
          <a:r>
            <a:rPr lang="ro-RO" sz="1400" dirty="0"/>
            <a:t> variabilă strategică a fost alegerea feței monedei înainte de fiecare aruncare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4C5713-481F-430A-8926-6DF7468827BE}" type="parTrans" cxnId="{FB1D1289-D15D-4F24-95E9-211EDBC8CCF2}">
      <dgm:prSet/>
      <dgm:spPr/>
      <dgm:t>
        <a:bodyPr/>
        <a:lstStyle/>
        <a:p>
          <a:endParaRPr lang="en-US"/>
        </a:p>
      </dgm:t>
    </dgm:pt>
    <dgm:pt modelId="{3A1B0290-1851-4730-930D-AD342397549D}" type="sibTrans" cxnId="{FB1D1289-D15D-4F24-95E9-211EDBC8CCF2}">
      <dgm:prSet/>
      <dgm:spPr/>
      <dgm:t>
        <a:bodyPr/>
        <a:lstStyle/>
        <a:p>
          <a:endParaRPr lang="en-US"/>
        </a:p>
      </dgm:t>
    </dgm:pt>
    <dgm:pt modelId="{F9FCE441-FA4B-4DE8-BD3F-30388A0748EC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Rezultatele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3C911CB3-1452-4D93-B453-C83DE3173810}" type="parTrans" cxnId="{18994E5A-38C6-4DB9-BC26-F52931F30B53}">
      <dgm:prSet/>
      <dgm:spPr/>
      <dgm:t>
        <a:bodyPr/>
        <a:lstStyle/>
        <a:p>
          <a:endParaRPr lang="en-US"/>
        </a:p>
      </dgm:t>
    </dgm:pt>
    <dgm:pt modelId="{A74F2D5B-FD91-472A-8BBB-D2E8CC69E1E3}" type="sibTrans" cxnId="{18994E5A-38C6-4DB9-BC26-F52931F30B53}">
      <dgm:prSet/>
      <dgm:spPr/>
      <dgm:t>
        <a:bodyPr/>
        <a:lstStyle/>
        <a:p>
          <a:endParaRPr lang="en-US"/>
        </a:p>
      </dgm:t>
    </dgm:pt>
    <dgm:pt modelId="{0A487E83-F1F8-4242-9B66-CA4F605B042F}">
      <dgm:prSet phldrT="[Text]" phldr="0" custT="1"/>
      <dgm:spPr/>
      <dgm:t>
        <a:bodyPr/>
        <a:lstStyle/>
        <a:p>
          <a:r>
            <a:rPr lang="en-US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Bine definite</a:t>
          </a:r>
        </a:p>
      </dgm:t>
    </dgm:pt>
    <dgm:pt modelId="{505BAEFD-48B3-4E74-AE0A-A68EA433EE23}" type="parTrans" cxnId="{7B2E699D-AE91-488C-BCEB-5735DB5A387C}">
      <dgm:prSet/>
      <dgm:spPr/>
      <dgm:t>
        <a:bodyPr/>
        <a:lstStyle/>
        <a:p>
          <a:endParaRPr lang="en-US"/>
        </a:p>
      </dgm:t>
    </dgm:pt>
    <dgm:pt modelId="{104CCBAC-8971-42FE-86A1-943D34669620}" type="sibTrans" cxnId="{7B2E699D-AE91-488C-BCEB-5735DB5A387C}">
      <dgm:prSet/>
      <dgm:spPr/>
      <dgm:t>
        <a:bodyPr/>
        <a:lstStyle/>
        <a:p>
          <a:endParaRPr lang="en-US"/>
        </a:p>
      </dgm:t>
    </dgm:pt>
    <dgm:pt modelId="{DECFAE73-FFD6-4ED1-8663-F205EFD247AA}">
      <dgm:prSet phldrT="[Text]" phldr="0"/>
      <dgm:spPr/>
      <dgm:t>
        <a:bodyPr/>
        <a:lstStyle/>
        <a:p>
          <a:r>
            <a:rPr lang="ro-RO" b="1" dirty="0">
              <a:solidFill>
                <a:schemeClr val="accent2">
                  <a:lumMod val="25000"/>
                </a:schemeClr>
              </a:solidFill>
            </a:rPr>
            <a:t>Soluția</a:t>
          </a:r>
          <a:endParaRPr lang="en-US" b="1" dirty="0">
            <a:solidFill>
              <a:schemeClr val="accent2">
                <a:lumMod val="25000"/>
              </a:schemeClr>
            </a:solidFill>
          </a:endParaRPr>
        </a:p>
      </dgm:t>
    </dgm:pt>
    <dgm:pt modelId="{D832712E-2AB6-49D6-8EF6-BF50D3771C27}" type="parTrans" cxnId="{3E0D2FA2-5FEE-4282-A1BF-951B88031821}">
      <dgm:prSet/>
      <dgm:spPr/>
      <dgm:t>
        <a:bodyPr/>
        <a:lstStyle/>
        <a:p>
          <a:endParaRPr lang="en-US"/>
        </a:p>
      </dgm:t>
    </dgm:pt>
    <dgm:pt modelId="{FB70BFB9-E609-48A5-ACA5-8131FEF1222F}" type="sibTrans" cxnId="{3E0D2FA2-5FEE-4282-A1BF-951B88031821}">
      <dgm:prSet/>
      <dgm:spPr/>
      <dgm:t>
        <a:bodyPr/>
        <a:lstStyle/>
        <a:p>
          <a:endParaRPr lang="en-US"/>
        </a:p>
      </dgm:t>
    </dgm:pt>
    <dgm:pt modelId="{EA27D5C6-7DBD-4868-B994-BF767AFA285D}">
      <dgm:prSet phldrT="[Text]" phldr="0" custT="1"/>
      <dgm:spPr/>
      <dgm:t>
        <a:bodyPr/>
        <a:lstStyle/>
        <a:p>
          <a:pPr algn="l">
            <a:buNone/>
          </a:pPr>
          <a:r>
            <a:rPr lang="ro-RO" sz="1600" b="1" dirty="0"/>
            <a:t>     Victoria lui Francis </a:t>
          </a:r>
          <a:r>
            <a:rPr lang="ro-RO" sz="1600" b="1" dirty="0" err="1"/>
            <a:t>Pettygrove</a:t>
          </a:r>
          <a:r>
            <a:rPr lang="ro-RO" sz="1600" dirty="0"/>
            <a:t>, care a reușit să câștige două dintre cele trei aruncări ale monedei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3F9D15-B02E-44F7-93F5-6BC9CB6E42F1}" type="parTrans" cxnId="{13DD8F71-1F13-4AA7-B7AC-65ED3C08FAAF}">
      <dgm:prSet/>
      <dgm:spPr/>
      <dgm:t>
        <a:bodyPr/>
        <a:lstStyle/>
        <a:p>
          <a:endParaRPr lang="en-US"/>
        </a:p>
      </dgm:t>
    </dgm:pt>
    <dgm:pt modelId="{28EEA0F2-AAB8-4EC5-ADF3-11F18F96BDC8}" type="sibTrans" cxnId="{13DD8F71-1F13-4AA7-B7AC-65ED3C08FAAF}">
      <dgm:prSet/>
      <dgm:spPr/>
      <dgm:t>
        <a:bodyPr/>
        <a:lstStyle/>
        <a:p>
          <a:endParaRPr lang="en-US"/>
        </a:p>
      </dgm:t>
    </dgm:pt>
    <dgm:pt modelId="{ACBAF5A1-86C5-4449-AABB-83E798AC893B}">
      <dgm:prSet phldrT="[Text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ro-RO" sz="1400" b="1" dirty="0"/>
            <a:t>joc cu informație completă și perfectă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0AEBC1-178F-5844-A7B0-CC861A126B11}" type="parTrans" cxnId="{743D0131-2C65-CD49-B796-46076D649E90}">
      <dgm:prSet/>
      <dgm:spPr/>
      <dgm:t>
        <a:bodyPr/>
        <a:lstStyle/>
        <a:p>
          <a:endParaRPr lang="en-GB"/>
        </a:p>
      </dgm:t>
    </dgm:pt>
    <dgm:pt modelId="{BD827883-600B-F04A-B868-3979936D1D5E}" type="sibTrans" cxnId="{743D0131-2C65-CD49-B796-46076D649E90}">
      <dgm:prSet/>
      <dgm:spPr/>
      <dgm:t>
        <a:bodyPr/>
        <a:lstStyle/>
        <a:p>
          <a:endParaRPr lang="en-GB"/>
        </a:p>
      </dgm:t>
    </dgm:pt>
    <dgm:pt modelId="{234670E8-47C8-4A17-8E4B-3040A8C88D2A}" type="pres">
      <dgm:prSet presAssocID="{4DBDCE7A-F4FC-4559-9CB0-FE75C9AC1A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5E06858-8EB8-4304-98E9-DF89D68313F4}" type="pres">
      <dgm:prSet presAssocID="{4DBDCE7A-F4FC-4559-9CB0-FE75C9AC1A5E}" presName="children" presStyleCnt="0"/>
      <dgm:spPr/>
    </dgm:pt>
    <dgm:pt modelId="{4D585A80-BC8E-488D-86A5-2099F5CCFDA6}" type="pres">
      <dgm:prSet presAssocID="{4DBDCE7A-F4FC-4559-9CB0-FE75C9AC1A5E}" presName="child1group" presStyleCnt="0"/>
      <dgm:spPr/>
    </dgm:pt>
    <dgm:pt modelId="{22C363AE-6835-4EC5-8E01-EF81F03F6E84}" type="pres">
      <dgm:prSet presAssocID="{4DBDCE7A-F4FC-4559-9CB0-FE75C9AC1A5E}" presName="child1" presStyleLbl="bgAcc1" presStyleIdx="0" presStyleCnt="4" custScaleX="124658" custScaleY="131807"/>
      <dgm:spPr/>
    </dgm:pt>
    <dgm:pt modelId="{1BEFC5E2-E5D6-43B6-B193-90AC7F4CA091}" type="pres">
      <dgm:prSet presAssocID="{4DBDCE7A-F4FC-4559-9CB0-FE75C9AC1A5E}" presName="child1Text" presStyleLbl="bgAcc1" presStyleIdx="0" presStyleCnt="4">
        <dgm:presLayoutVars>
          <dgm:bulletEnabled val="1"/>
        </dgm:presLayoutVars>
      </dgm:prSet>
      <dgm:spPr/>
    </dgm:pt>
    <dgm:pt modelId="{FF3E694A-F105-45F2-BDDA-75511AAAD200}" type="pres">
      <dgm:prSet presAssocID="{4DBDCE7A-F4FC-4559-9CB0-FE75C9AC1A5E}" presName="child2group" presStyleCnt="0"/>
      <dgm:spPr/>
    </dgm:pt>
    <dgm:pt modelId="{6FC19BFB-2204-4E1F-BA79-A079D345A8DF}" type="pres">
      <dgm:prSet presAssocID="{4DBDCE7A-F4FC-4559-9CB0-FE75C9AC1A5E}" presName="child2" presStyleLbl="bgAcc1" presStyleIdx="1" presStyleCnt="4" custScaleX="130956" custScaleY="129453" custLinFactNeighborX="21403" custLinFactNeighborY="-2841"/>
      <dgm:spPr/>
    </dgm:pt>
    <dgm:pt modelId="{E8D84586-CE41-4098-8C32-64AF1DA31520}" type="pres">
      <dgm:prSet presAssocID="{4DBDCE7A-F4FC-4559-9CB0-FE75C9AC1A5E}" presName="child2Text" presStyleLbl="bgAcc1" presStyleIdx="1" presStyleCnt="4">
        <dgm:presLayoutVars>
          <dgm:bulletEnabled val="1"/>
        </dgm:presLayoutVars>
      </dgm:prSet>
      <dgm:spPr/>
    </dgm:pt>
    <dgm:pt modelId="{2E4F5B12-C502-4886-8101-3D7522C76D8F}" type="pres">
      <dgm:prSet presAssocID="{4DBDCE7A-F4FC-4559-9CB0-FE75C9AC1A5E}" presName="child3group" presStyleCnt="0"/>
      <dgm:spPr/>
    </dgm:pt>
    <dgm:pt modelId="{39CFBA6C-B6DE-4B6D-8F5B-4FF73E307FE4}" type="pres">
      <dgm:prSet presAssocID="{4DBDCE7A-F4FC-4559-9CB0-FE75C9AC1A5E}" presName="child3" presStyleLbl="bgAcc1" presStyleIdx="2" presStyleCnt="4" custScaleX="122279" custLinFactNeighborX="25209" custLinFactNeighborY="4081"/>
      <dgm:spPr/>
    </dgm:pt>
    <dgm:pt modelId="{51FDF783-4075-40CF-B901-BB862C916861}" type="pres">
      <dgm:prSet presAssocID="{4DBDCE7A-F4FC-4559-9CB0-FE75C9AC1A5E}" presName="child3Text" presStyleLbl="bgAcc1" presStyleIdx="2" presStyleCnt="4">
        <dgm:presLayoutVars>
          <dgm:bulletEnabled val="1"/>
        </dgm:presLayoutVars>
      </dgm:prSet>
      <dgm:spPr/>
    </dgm:pt>
    <dgm:pt modelId="{3CC5AB5D-0DBD-41C4-81FE-3067629F2DB3}" type="pres">
      <dgm:prSet presAssocID="{4DBDCE7A-F4FC-4559-9CB0-FE75C9AC1A5E}" presName="child4group" presStyleCnt="0"/>
      <dgm:spPr/>
    </dgm:pt>
    <dgm:pt modelId="{72D4E4DC-E2D3-4CCB-B659-7832286ACC10}" type="pres">
      <dgm:prSet presAssocID="{4DBDCE7A-F4FC-4559-9CB0-FE75C9AC1A5E}" presName="child4" presStyleLbl="bgAcc1" presStyleIdx="3" presStyleCnt="4" custScaleX="139976" custScaleY="138768" custLinFactNeighborX="-12604" custLinFactNeighborY="-12033"/>
      <dgm:spPr/>
    </dgm:pt>
    <dgm:pt modelId="{66DED5FC-AC38-4785-A671-761188EC991B}" type="pres">
      <dgm:prSet presAssocID="{4DBDCE7A-F4FC-4559-9CB0-FE75C9AC1A5E}" presName="child4Text" presStyleLbl="bgAcc1" presStyleIdx="3" presStyleCnt="4">
        <dgm:presLayoutVars>
          <dgm:bulletEnabled val="1"/>
        </dgm:presLayoutVars>
      </dgm:prSet>
      <dgm:spPr/>
    </dgm:pt>
    <dgm:pt modelId="{750BC62A-B429-4740-98EF-E2AAF2015E40}" type="pres">
      <dgm:prSet presAssocID="{4DBDCE7A-F4FC-4559-9CB0-FE75C9AC1A5E}" presName="childPlaceholder" presStyleCnt="0"/>
      <dgm:spPr/>
    </dgm:pt>
    <dgm:pt modelId="{26190EB3-BB24-4895-9C93-72458566FE01}" type="pres">
      <dgm:prSet presAssocID="{4DBDCE7A-F4FC-4559-9CB0-FE75C9AC1A5E}" presName="circle" presStyleCnt="0"/>
      <dgm:spPr/>
    </dgm:pt>
    <dgm:pt modelId="{30E446BE-3088-4B10-8B1F-18866C4936B5}" type="pres">
      <dgm:prSet presAssocID="{4DBDCE7A-F4FC-4559-9CB0-FE75C9AC1A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939EFFEC-91E4-4A36-A5F3-71157766169D}" type="pres">
      <dgm:prSet presAssocID="{4DBDCE7A-F4FC-4559-9CB0-FE75C9AC1A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DAAC2FB-2EDC-4ACD-AA5F-3CD14C72131C}" type="pres">
      <dgm:prSet presAssocID="{4DBDCE7A-F4FC-4559-9CB0-FE75C9AC1A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8A9A699-9B33-4FDB-9ACD-A3CAB3C403BF}" type="pres">
      <dgm:prSet presAssocID="{4DBDCE7A-F4FC-4559-9CB0-FE75C9AC1A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E050368-3F69-4077-A72D-0D6910689A48}" type="pres">
      <dgm:prSet presAssocID="{4DBDCE7A-F4FC-4559-9CB0-FE75C9AC1A5E}" presName="quadrantPlaceholder" presStyleCnt="0"/>
      <dgm:spPr/>
    </dgm:pt>
    <dgm:pt modelId="{25C7FB1E-7943-4245-9200-06E0E9427C24}" type="pres">
      <dgm:prSet presAssocID="{4DBDCE7A-F4FC-4559-9CB0-FE75C9AC1A5E}" presName="center1" presStyleLbl="fgShp" presStyleIdx="0" presStyleCnt="2"/>
      <dgm:spPr/>
    </dgm:pt>
    <dgm:pt modelId="{2414356D-B80A-466B-8D18-9A0EA8C472FE}" type="pres">
      <dgm:prSet presAssocID="{4DBDCE7A-F4FC-4559-9CB0-FE75C9AC1A5E}" presName="center2" presStyleLbl="fgShp" presStyleIdx="1" presStyleCnt="2"/>
      <dgm:spPr/>
    </dgm:pt>
  </dgm:ptLst>
  <dgm:cxnLst>
    <dgm:cxn modelId="{2C618C08-94C7-4D47-B063-6E746126797B}" type="presOf" srcId="{F62C4A22-55CF-4E65-9A2D-EA9B527424C9}" destId="{1BEFC5E2-E5D6-43B6-B193-90AC7F4CA091}" srcOrd="1" destOrd="0" presId="urn:microsoft.com/office/officeart/2005/8/layout/cycle4"/>
    <dgm:cxn modelId="{C3D6A20E-46F7-9840-9E6A-370386231B40}" type="presOf" srcId="{ACBAF5A1-86C5-4449-AABB-83E798AC893B}" destId="{22C363AE-6835-4EC5-8E01-EF81F03F6E84}" srcOrd="0" destOrd="1" presId="urn:microsoft.com/office/officeart/2005/8/layout/cycle4"/>
    <dgm:cxn modelId="{BF6E4E29-612A-4D4E-8C84-716CD88B2B11}" type="presOf" srcId="{0A487E83-F1F8-4242-9B66-CA4F605B042F}" destId="{39CFBA6C-B6DE-4B6D-8F5B-4FF73E307FE4}" srcOrd="0" destOrd="0" presId="urn:microsoft.com/office/officeart/2005/8/layout/cycle4"/>
    <dgm:cxn modelId="{B97F7E2E-1B6C-4063-99EE-2FE25037DCD1}" srcId="{83254C18-2B41-4131-A423-33770A34C0FC}" destId="{F62C4A22-55CF-4E65-9A2D-EA9B527424C9}" srcOrd="0" destOrd="0" parTransId="{8AD330EF-EA23-47F2-9869-06E743E20D7D}" sibTransId="{B16AF313-9391-46A1-8A69-0A7F5AE18E9C}"/>
    <dgm:cxn modelId="{6648632F-4304-4B0A-B0E0-64BF5A24AB19}" type="presOf" srcId="{4DBDCE7A-F4FC-4559-9CB0-FE75C9AC1A5E}" destId="{234670E8-47C8-4A17-8E4B-3040A8C88D2A}" srcOrd="0" destOrd="0" presId="urn:microsoft.com/office/officeart/2005/8/layout/cycle4"/>
    <dgm:cxn modelId="{743D0131-2C65-CD49-B796-46076D649E90}" srcId="{83254C18-2B41-4131-A423-33770A34C0FC}" destId="{ACBAF5A1-86C5-4449-AABB-83E798AC893B}" srcOrd="1" destOrd="0" parTransId="{8C0AEBC1-178F-5844-A7B0-CC861A126B11}" sibTransId="{BD827883-600B-F04A-B868-3979936D1D5E}"/>
    <dgm:cxn modelId="{63E50735-F3C1-465C-A77C-D632E59C7F38}" type="presOf" srcId="{EA27D5C6-7DBD-4868-B994-BF767AFA285D}" destId="{66DED5FC-AC38-4785-A671-761188EC991B}" srcOrd="1" destOrd="0" presId="urn:microsoft.com/office/officeart/2005/8/layout/cycle4"/>
    <dgm:cxn modelId="{8F6B123E-D89C-4662-A232-EE5098D20CBF}" type="presOf" srcId="{F62C4A22-55CF-4E65-9A2D-EA9B527424C9}" destId="{22C363AE-6835-4EC5-8E01-EF81F03F6E84}" srcOrd="0" destOrd="0" presId="urn:microsoft.com/office/officeart/2005/8/layout/cycle4"/>
    <dgm:cxn modelId="{18994E5A-38C6-4DB9-BC26-F52931F30B53}" srcId="{4DBDCE7A-F4FC-4559-9CB0-FE75C9AC1A5E}" destId="{F9FCE441-FA4B-4DE8-BD3F-30388A0748EC}" srcOrd="2" destOrd="0" parTransId="{3C911CB3-1452-4D93-B453-C83DE3173810}" sibTransId="{A74F2D5B-FD91-472A-8BBB-D2E8CC69E1E3}"/>
    <dgm:cxn modelId="{9A1B9663-075C-4333-9727-B07ADE91BF09}" type="presOf" srcId="{EA27D5C6-7DBD-4868-B994-BF767AFA285D}" destId="{72D4E4DC-E2D3-4CCB-B659-7832286ACC10}" srcOrd="0" destOrd="0" presId="urn:microsoft.com/office/officeart/2005/8/layout/cycle4"/>
    <dgm:cxn modelId="{1750DC63-5C42-4A16-8181-13A0AF84ED85}" srcId="{4DBDCE7A-F4FC-4559-9CB0-FE75C9AC1A5E}" destId="{83254C18-2B41-4131-A423-33770A34C0FC}" srcOrd="0" destOrd="0" parTransId="{F425E134-B538-418C-ABA7-A016FF9C7C37}" sibTransId="{AE74AB5B-C484-4689-A3B7-4AC4A8A5E3E1}"/>
    <dgm:cxn modelId="{07F87C64-22F0-433C-B59A-6D6EF34BDD8F}" type="presOf" srcId="{DECFAE73-FFD6-4ED1-8663-F205EFD247AA}" destId="{C8A9A699-9B33-4FDB-9ACD-A3CAB3C403BF}" srcOrd="0" destOrd="0" presId="urn:microsoft.com/office/officeart/2005/8/layout/cycle4"/>
    <dgm:cxn modelId="{91B1716A-2AE8-4FF9-AB35-16CEC595779F}" type="presOf" srcId="{0A487E83-F1F8-4242-9B66-CA4F605B042F}" destId="{51FDF783-4075-40CF-B901-BB862C916861}" srcOrd="1" destOrd="0" presId="urn:microsoft.com/office/officeart/2005/8/layout/cycle4"/>
    <dgm:cxn modelId="{0353956A-C7B2-4374-9DFC-57C87C5EC9F9}" type="presOf" srcId="{E2526391-F43F-429D-82AD-2AEBB2C10D18}" destId="{939EFFEC-91E4-4A36-A5F3-71157766169D}" srcOrd="0" destOrd="0" presId="urn:microsoft.com/office/officeart/2005/8/layout/cycle4"/>
    <dgm:cxn modelId="{13DD8F71-1F13-4AA7-B7AC-65ED3C08FAAF}" srcId="{DECFAE73-FFD6-4ED1-8663-F205EFD247AA}" destId="{EA27D5C6-7DBD-4868-B994-BF767AFA285D}" srcOrd="0" destOrd="0" parTransId="{B13F9D15-B02E-44F7-93F5-6BC9CB6E42F1}" sibTransId="{28EEA0F2-AAB8-4EC5-ADF3-11F18F96BDC8}"/>
    <dgm:cxn modelId="{B58A7381-D00B-4C43-AEAB-AD7FFF9E66CD}" type="presOf" srcId="{52D73EA8-8B29-40C9-8784-EF4877199061}" destId="{6FC19BFB-2204-4E1F-BA79-A079D345A8DF}" srcOrd="0" destOrd="0" presId="urn:microsoft.com/office/officeart/2005/8/layout/cycle4"/>
    <dgm:cxn modelId="{FB1D1289-D15D-4F24-95E9-211EDBC8CCF2}" srcId="{E2526391-F43F-429D-82AD-2AEBB2C10D18}" destId="{52D73EA8-8B29-40C9-8784-EF4877199061}" srcOrd="0" destOrd="0" parTransId="{D64C5713-481F-430A-8926-6DF7468827BE}" sibTransId="{3A1B0290-1851-4730-930D-AD342397549D}"/>
    <dgm:cxn modelId="{E16E7E8A-E7A4-45C1-A1B7-940815597658}" type="presOf" srcId="{83254C18-2B41-4131-A423-33770A34C0FC}" destId="{30E446BE-3088-4B10-8B1F-18866C4936B5}" srcOrd="0" destOrd="0" presId="urn:microsoft.com/office/officeart/2005/8/layout/cycle4"/>
    <dgm:cxn modelId="{09960997-F527-429B-9484-65D9034BB57B}" srcId="{4DBDCE7A-F4FC-4559-9CB0-FE75C9AC1A5E}" destId="{E2526391-F43F-429D-82AD-2AEBB2C10D18}" srcOrd="1" destOrd="0" parTransId="{7F96E280-1F4A-4C4E-A8EB-62729AD248D7}" sibTransId="{45D3EBB5-37C2-4237-8EE5-5AD2968B50C6}"/>
    <dgm:cxn modelId="{7B2E699D-AE91-488C-BCEB-5735DB5A387C}" srcId="{F9FCE441-FA4B-4DE8-BD3F-30388A0748EC}" destId="{0A487E83-F1F8-4242-9B66-CA4F605B042F}" srcOrd="0" destOrd="0" parTransId="{505BAEFD-48B3-4E74-AE0A-A68EA433EE23}" sibTransId="{104CCBAC-8971-42FE-86A1-943D34669620}"/>
    <dgm:cxn modelId="{3E0D2FA2-5FEE-4282-A1BF-951B88031821}" srcId="{4DBDCE7A-F4FC-4559-9CB0-FE75C9AC1A5E}" destId="{DECFAE73-FFD6-4ED1-8663-F205EFD247AA}" srcOrd="3" destOrd="0" parTransId="{D832712E-2AB6-49D6-8EF6-BF50D3771C27}" sibTransId="{FB70BFB9-E609-48A5-ACA5-8131FEF1222F}"/>
    <dgm:cxn modelId="{816005AC-879D-574C-BFA8-5C69B4C1CA78}" type="presOf" srcId="{ACBAF5A1-86C5-4449-AABB-83E798AC893B}" destId="{1BEFC5E2-E5D6-43B6-B193-90AC7F4CA091}" srcOrd="1" destOrd="1" presId="urn:microsoft.com/office/officeart/2005/8/layout/cycle4"/>
    <dgm:cxn modelId="{C18F65D2-1B70-491A-8908-C88543EEF232}" type="presOf" srcId="{52D73EA8-8B29-40C9-8784-EF4877199061}" destId="{E8D84586-CE41-4098-8C32-64AF1DA31520}" srcOrd="1" destOrd="0" presId="urn:microsoft.com/office/officeart/2005/8/layout/cycle4"/>
    <dgm:cxn modelId="{1F7ED4E3-BB7E-4483-B910-735A9E0ECEE4}" type="presOf" srcId="{F9FCE441-FA4B-4DE8-BD3F-30388A0748EC}" destId="{2DAAC2FB-2EDC-4ACD-AA5F-3CD14C72131C}" srcOrd="0" destOrd="0" presId="urn:microsoft.com/office/officeart/2005/8/layout/cycle4"/>
    <dgm:cxn modelId="{84030908-6350-41BA-88BF-2546EBF9DACD}" type="presParOf" srcId="{234670E8-47C8-4A17-8E4B-3040A8C88D2A}" destId="{C5E06858-8EB8-4304-98E9-DF89D68313F4}" srcOrd="0" destOrd="0" presId="urn:microsoft.com/office/officeart/2005/8/layout/cycle4"/>
    <dgm:cxn modelId="{F0362E82-B0B3-4D9A-9AF7-3FB6312BF354}" type="presParOf" srcId="{C5E06858-8EB8-4304-98E9-DF89D68313F4}" destId="{4D585A80-BC8E-488D-86A5-2099F5CCFDA6}" srcOrd="0" destOrd="0" presId="urn:microsoft.com/office/officeart/2005/8/layout/cycle4"/>
    <dgm:cxn modelId="{99490192-91DF-4C7F-B4A9-E2D84146FE6F}" type="presParOf" srcId="{4D585A80-BC8E-488D-86A5-2099F5CCFDA6}" destId="{22C363AE-6835-4EC5-8E01-EF81F03F6E84}" srcOrd="0" destOrd="0" presId="urn:microsoft.com/office/officeart/2005/8/layout/cycle4"/>
    <dgm:cxn modelId="{EA40608B-C16D-4255-897E-A051E94F338F}" type="presParOf" srcId="{4D585A80-BC8E-488D-86A5-2099F5CCFDA6}" destId="{1BEFC5E2-E5D6-43B6-B193-90AC7F4CA091}" srcOrd="1" destOrd="0" presId="urn:microsoft.com/office/officeart/2005/8/layout/cycle4"/>
    <dgm:cxn modelId="{D6AD5672-402B-4DAB-922A-B05B79C45618}" type="presParOf" srcId="{C5E06858-8EB8-4304-98E9-DF89D68313F4}" destId="{FF3E694A-F105-45F2-BDDA-75511AAAD200}" srcOrd="1" destOrd="0" presId="urn:microsoft.com/office/officeart/2005/8/layout/cycle4"/>
    <dgm:cxn modelId="{352C75FC-4823-4520-951B-B78565DD54FF}" type="presParOf" srcId="{FF3E694A-F105-45F2-BDDA-75511AAAD200}" destId="{6FC19BFB-2204-4E1F-BA79-A079D345A8DF}" srcOrd="0" destOrd="0" presId="urn:microsoft.com/office/officeart/2005/8/layout/cycle4"/>
    <dgm:cxn modelId="{3F1F601C-8A61-4247-B8A5-1DF70450072F}" type="presParOf" srcId="{FF3E694A-F105-45F2-BDDA-75511AAAD200}" destId="{E8D84586-CE41-4098-8C32-64AF1DA31520}" srcOrd="1" destOrd="0" presId="urn:microsoft.com/office/officeart/2005/8/layout/cycle4"/>
    <dgm:cxn modelId="{EE76807F-5538-490B-AA59-D8145B91C781}" type="presParOf" srcId="{C5E06858-8EB8-4304-98E9-DF89D68313F4}" destId="{2E4F5B12-C502-4886-8101-3D7522C76D8F}" srcOrd="2" destOrd="0" presId="urn:microsoft.com/office/officeart/2005/8/layout/cycle4"/>
    <dgm:cxn modelId="{C2DD04DC-134D-488E-81ED-4482FD86999D}" type="presParOf" srcId="{2E4F5B12-C502-4886-8101-3D7522C76D8F}" destId="{39CFBA6C-B6DE-4B6D-8F5B-4FF73E307FE4}" srcOrd="0" destOrd="0" presId="urn:microsoft.com/office/officeart/2005/8/layout/cycle4"/>
    <dgm:cxn modelId="{F4922392-0EF2-40CF-B17A-688085932DFA}" type="presParOf" srcId="{2E4F5B12-C502-4886-8101-3D7522C76D8F}" destId="{51FDF783-4075-40CF-B901-BB862C916861}" srcOrd="1" destOrd="0" presId="urn:microsoft.com/office/officeart/2005/8/layout/cycle4"/>
    <dgm:cxn modelId="{7F2399B0-A39B-4B18-AEE5-9E1F288004E2}" type="presParOf" srcId="{C5E06858-8EB8-4304-98E9-DF89D68313F4}" destId="{3CC5AB5D-0DBD-41C4-81FE-3067629F2DB3}" srcOrd="3" destOrd="0" presId="urn:microsoft.com/office/officeart/2005/8/layout/cycle4"/>
    <dgm:cxn modelId="{EF4DEB02-4400-4F24-8640-EF74F217F0BC}" type="presParOf" srcId="{3CC5AB5D-0DBD-41C4-81FE-3067629F2DB3}" destId="{72D4E4DC-E2D3-4CCB-B659-7832286ACC10}" srcOrd="0" destOrd="0" presId="urn:microsoft.com/office/officeart/2005/8/layout/cycle4"/>
    <dgm:cxn modelId="{54A82615-5AB5-4225-B08A-436795D57549}" type="presParOf" srcId="{3CC5AB5D-0DBD-41C4-81FE-3067629F2DB3}" destId="{66DED5FC-AC38-4785-A671-761188EC991B}" srcOrd="1" destOrd="0" presId="urn:microsoft.com/office/officeart/2005/8/layout/cycle4"/>
    <dgm:cxn modelId="{DB2B5856-195E-4738-8A1E-F65FA0AC3F47}" type="presParOf" srcId="{C5E06858-8EB8-4304-98E9-DF89D68313F4}" destId="{750BC62A-B429-4740-98EF-E2AAF2015E40}" srcOrd="4" destOrd="0" presId="urn:microsoft.com/office/officeart/2005/8/layout/cycle4"/>
    <dgm:cxn modelId="{2B62151C-1FAF-4C9C-BD32-D4ECCBA8196F}" type="presParOf" srcId="{234670E8-47C8-4A17-8E4B-3040A8C88D2A}" destId="{26190EB3-BB24-4895-9C93-72458566FE01}" srcOrd="1" destOrd="0" presId="urn:microsoft.com/office/officeart/2005/8/layout/cycle4"/>
    <dgm:cxn modelId="{34DCF74E-7DFE-428F-A757-75B7894D3668}" type="presParOf" srcId="{26190EB3-BB24-4895-9C93-72458566FE01}" destId="{30E446BE-3088-4B10-8B1F-18866C4936B5}" srcOrd="0" destOrd="0" presId="urn:microsoft.com/office/officeart/2005/8/layout/cycle4"/>
    <dgm:cxn modelId="{4814BC38-FB09-4FF7-9202-DB24E37B4916}" type="presParOf" srcId="{26190EB3-BB24-4895-9C93-72458566FE01}" destId="{939EFFEC-91E4-4A36-A5F3-71157766169D}" srcOrd="1" destOrd="0" presId="urn:microsoft.com/office/officeart/2005/8/layout/cycle4"/>
    <dgm:cxn modelId="{C5E5E08A-1BEA-4FDB-963C-5814374B08C6}" type="presParOf" srcId="{26190EB3-BB24-4895-9C93-72458566FE01}" destId="{2DAAC2FB-2EDC-4ACD-AA5F-3CD14C72131C}" srcOrd="2" destOrd="0" presId="urn:microsoft.com/office/officeart/2005/8/layout/cycle4"/>
    <dgm:cxn modelId="{2035BD59-5366-4EFA-B665-6D5AFA7BA847}" type="presParOf" srcId="{26190EB3-BB24-4895-9C93-72458566FE01}" destId="{C8A9A699-9B33-4FDB-9ACD-A3CAB3C403BF}" srcOrd="3" destOrd="0" presId="urn:microsoft.com/office/officeart/2005/8/layout/cycle4"/>
    <dgm:cxn modelId="{E481AEBE-1C71-46BE-A43A-2CF2026266CD}" type="presParOf" srcId="{26190EB3-BB24-4895-9C93-72458566FE01}" destId="{6E050368-3F69-4077-A72D-0D6910689A48}" srcOrd="4" destOrd="0" presId="urn:microsoft.com/office/officeart/2005/8/layout/cycle4"/>
    <dgm:cxn modelId="{18A483B0-271B-4834-9283-5F9B1E08EB34}" type="presParOf" srcId="{234670E8-47C8-4A17-8E4B-3040A8C88D2A}" destId="{25C7FB1E-7943-4245-9200-06E0E9427C24}" srcOrd="2" destOrd="0" presId="urn:microsoft.com/office/officeart/2005/8/layout/cycle4"/>
    <dgm:cxn modelId="{DA014280-C918-486E-95B3-55F2324709FC}" type="presParOf" srcId="{234670E8-47C8-4A17-8E4B-3040A8C88D2A}" destId="{2414356D-B80A-466B-8D18-9A0EA8C472F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4D106-7ED1-4D77-AB8F-80EE3EC416E8}">
      <dsp:nvSpPr>
        <dsp:cNvPr id="0" name=""/>
        <dsp:cNvSpPr/>
      </dsp:nvSpPr>
      <dsp:spPr>
        <a:xfrm>
          <a:off x="0" y="0"/>
          <a:ext cx="7776057" cy="7161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i="0" kern="1200" baseline="0" dirty="0">
              <a:solidFill>
                <a:schemeClr val="accent2">
                  <a:lumMod val="25000"/>
                </a:schemeClr>
              </a:solidFill>
            </a:rPr>
            <a:t>Jocul ultimatumului</a:t>
          </a:r>
          <a:r>
            <a:rPr lang="en-US" sz="2400" b="1" i="0" kern="1200" baseline="0" dirty="0">
              <a:solidFill>
                <a:schemeClr val="accent2">
                  <a:lumMod val="25000"/>
                </a:schemeClr>
              </a:solidFill>
            </a:rPr>
            <a:t>:</a:t>
          </a:r>
          <a:r>
            <a:rPr lang="ro-RO" sz="2400" b="0" i="0" kern="1200" baseline="0" dirty="0">
              <a:solidFill>
                <a:schemeClr val="accent2">
                  <a:lumMod val="25000"/>
                </a:schemeClr>
              </a:solidFill>
            </a:rPr>
            <a:t> Disney – </a:t>
          </a:r>
          <a:r>
            <a:rPr lang="ro-RO" sz="2400" b="0" i="0" kern="1200" baseline="0" dirty="0" err="1">
              <a:solidFill>
                <a:schemeClr val="accent2">
                  <a:lumMod val="25000"/>
                </a:schemeClr>
              </a:solidFill>
            </a:rPr>
            <a:t>Pixar</a:t>
          </a:r>
          <a:endParaRPr lang="en-US" sz="2400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20976" y="20976"/>
        <a:ext cx="6942750" cy="674206"/>
      </dsp:txXfrm>
    </dsp:sp>
    <dsp:sp modelId="{BB994388-353D-4E43-ADB8-BF483063E3CF}">
      <dsp:nvSpPr>
        <dsp:cNvPr id="0" name=""/>
        <dsp:cNvSpPr/>
      </dsp:nvSpPr>
      <dsp:spPr>
        <a:xfrm>
          <a:off x="651244" y="846368"/>
          <a:ext cx="7776057" cy="716158"/>
        </a:xfrm>
        <a:prstGeom prst="roundRect">
          <a:avLst>
            <a:gd name="adj" fmla="val 10000"/>
          </a:avLst>
        </a:prstGeom>
        <a:solidFill>
          <a:schemeClr val="accent3">
            <a:hueOff val="-505926"/>
            <a:satOff val="4938"/>
            <a:lumOff val="-895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i="0" kern="1200" baseline="0">
              <a:solidFill>
                <a:schemeClr val="accent2">
                  <a:lumMod val="25000"/>
                </a:schemeClr>
              </a:solidFill>
            </a:rPr>
            <a:t>Skanderberg</a:t>
          </a:r>
          <a:r>
            <a:rPr lang="en-US" sz="2400" b="1" i="0" kern="1200" baseline="0">
              <a:solidFill>
                <a:schemeClr val="accent2">
                  <a:lumMod val="25000"/>
                </a:schemeClr>
              </a:solidFill>
            </a:rPr>
            <a:t>: </a:t>
          </a:r>
          <a:r>
            <a:rPr lang="ro-RO" sz="2400" b="0" i="0" kern="1200" baseline="0">
              <a:solidFill>
                <a:schemeClr val="accent2">
                  <a:lumMod val="25000"/>
                </a:schemeClr>
              </a:solidFill>
            </a:rPr>
            <a:t>M</a:t>
          </a:r>
          <a:r>
            <a:rPr lang="en-US" sz="2400" b="0" i="0" kern="1200" baseline="0">
              <a:solidFill>
                <a:schemeClr val="accent2">
                  <a:lumMod val="25000"/>
                </a:schemeClr>
              </a:solidFill>
            </a:rPr>
            <a:t>alice in </a:t>
          </a:r>
          <a:r>
            <a:rPr lang="ro-RO" sz="2400" b="0" i="0" kern="1200" baseline="0">
              <a:solidFill>
                <a:schemeClr val="accent2">
                  <a:lumMod val="25000"/>
                </a:schemeClr>
              </a:solidFill>
            </a:rPr>
            <a:t>D</a:t>
          </a:r>
          <a:r>
            <a:rPr lang="en-US" sz="2400" b="0" i="0" kern="1200" baseline="0">
              <a:solidFill>
                <a:schemeClr val="accent2">
                  <a:lumMod val="25000"/>
                </a:schemeClr>
              </a:solidFill>
            </a:rPr>
            <a:t>allas</a:t>
          </a:r>
          <a:endParaRPr lang="en-US" sz="2400" b="0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672220" y="867344"/>
        <a:ext cx="6617358" cy="674206"/>
      </dsp:txXfrm>
    </dsp:sp>
    <dsp:sp modelId="{D78DA8BB-C818-42D3-888B-E70A1F51CD6F}">
      <dsp:nvSpPr>
        <dsp:cNvPr id="0" name=""/>
        <dsp:cNvSpPr/>
      </dsp:nvSpPr>
      <dsp:spPr>
        <a:xfrm>
          <a:off x="1292769" y="1692737"/>
          <a:ext cx="7776057" cy="716158"/>
        </a:xfrm>
        <a:prstGeom prst="roundRect">
          <a:avLst>
            <a:gd name="adj" fmla="val 10000"/>
          </a:avLst>
        </a:prstGeom>
        <a:solidFill>
          <a:schemeClr val="accent3">
            <a:hueOff val="-1011852"/>
            <a:satOff val="9876"/>
            <a:lumOff val="-1790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i="0" kern="1200" baseline="0">
              <a:solidFill>
                <a:schemeClr val="accent2">
                  <a:lumMod val="25000"/>
                </a:schemeClr>
              </a:solidFill>
            </a:rPr>
            <a:t>Aruncarea monedei</a:t>
          </a:r>
          <a:r>
            <a:rPr lang="en-US" sz="2400" b="1" i="0" kern="1200" baseline="0">
              <a:solidFill>
                <a:schemeClr val="accent2">
                  <a:lumMod val="25000"/>
                </a:schemeClr>
              </a:solidFill>
            </a:rPr>
            <a:t>: </a:t>
          </a:r>
          <a:r>
            <a:rPr lang="ro-RO" sz="2400" b="0" i="0" kern="1200" baseline="0">
              <a:solidFill>
                <a:schemeClr val="accent2">
                  <a:lumMod val="25000"/>
                </a:schemeClr>
              </a:solidFill>
            </a:rPr>
            <a:t>Portland</a:t>
          </a:r>
          <a:endParaRPr lang="en-US" sz="2400" b="0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1313745" y="1713713"/>
        <a:ext cx="6627078" cy="674206"/>
      </dsp:txXfrm>
    </dsp:sp>
    <dsp:sp modelId="{D1DD6E85-D547-4911-B7EE-5173D050676B}">
      <dsp:nvSpPr>
        <dsp:cNvPr id="0" name=""/>
        <dsp:cNvSpPr/>
      </dsp:nvSpPr>
      <dsp:spPr>
        <a:xfrm>
          <a:off x="1944014" y="2539105"/>
          <a:ext cx="7776057" cy="716158"/>
        </a:xfrm>
        <a:prstGeom prst="roundRect">
          <a:avLst>
            <a:gd name="adj" fmla="val 10000"/>
          </a:avLst>
        </a:prstGeom>
        <a:solidFill>
          <a:schemeClr val="accent3">
            <a:hueOff val="-1517779"/>
            <a:satOff val="14814"/>
            <a:lumOff val="-2686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1" i="0" kern="1200" baseline="0">
              <a:solidFill>
                <a:schemeClr val="accent2">
                  <a:lumMod val="25000"/>
                </a:schemeClr>
              </a:solidFill>
            </a:rPr>
            <a:t>Piatră-Hârtie-Foarfecă: </a:t>
          </a:r>
          <a:r>
            <a:rPr lang="ro-RO" sz="2400" b="0" i="0" kern="1200" baseline="0">
              <a:solidFill>
                <a:schemeClr val="accent2">
                  <a:lumMod val="25000"/>
                </a:schemeClr>
              </a:solidFill>
            </a:rPr>
            <a:t>Ordinul Curții Federale</a:t>
          </a:r>
          <a:endParaRPr lang="en-US" sz="2400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1964990" y="2560081"/>
        <a:ext cx="6617358" cy="674206"/>
      </dsp:txXfrm>
    </dsp:sp>
    <dsp:sp modelId="{67BAE0C6-0F38-4B3A-AF73-AB05197D0ADD}">
      <dsp:nvSpPr>
        <dsp:cNvPr id="0" name=""/>
        <dsp:cNvSpPr/>
      </dsp:nvSpPr>
      <dsp:spPr>
        <a:xfrm>
          <a:off x="7310554" y="548511"/>
          <a:ext cx="465502" cy="46550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>
            <a:solidFill>
              <a:schemeClr val="accent2">
                <a:lumMod val="25000"/>
              </a:schemeClr>
            </a:solidFill>
          </a:endParaRPr>
        </a:p>
      </dsp:txBody>
      <dsp:txXfrm>
        <a:off x="7415292" y="548511"/>
        <a:ext cx="256026" cy="350290"/>
      </dsp:txXfrm>
    </dsp:sp>
    <dsp:sp modelId="{D73A81A3-4D99-4620-AD8E-BF4208F9D9DE}">
      <dsp:nvSpPr>
        <dsp:cNvPr id="0" name=""/>
        <dsp:cNvSpPr/>
      </dsp:nvSpPr>
      <dsp:spPr>
        <a:xfrm>
          <a:off x="7961799" y="1394880"/>
          <a:ext cx="465502" cy="46550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-546800"/>
            <a:satOff val="7263"/>
            <a:lumOff val="-3299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-546800"/>
              <a:satOff val="7263"/>
              <a:lumOff val="-32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>
            <a:solidFill>
              <a:schemeClr val="accent2">
                <a:lumMod val="25000"/>
              </a:schemeClr>
            </a:solidFill>
          </a:endParaRPr>
        </a:p>
      </dsp:txBody>
      <dsp:txXfrm>
        <a:off x="8066537" y="1394880"/>
        <a:ext cx="256026" cy="350290"/>
      </dsp:txXfrm>
    </dsp:sp>
    <dsp:sp modelId="{1730544B-9474-45E8-B985-DF364647D2DA}">
      <dsp:nvSpPr>
        <dsp:cNvPr id="0" name=""/>
        <dsp:cNvSpPr/>
      </dsp:nvSpPr>
      <dsp:spPr>
        <a:xfrm>
          <a:off x="8603324" y="2241249"/>
          <a:ext cx="465502" cy="46550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-1093599"/>
            <a:satOff val="14526"/>
            <a:lumOff val="-6599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-1093599"/>
              <a:satOff val="14526"/>
              <a:lumOff val="-659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>
            <a:solidFill>
              <a:schemeClr val="accent2">
                <a:lumMod val="25000"/>
              </a:schemeClr>
            </a:solidFill>
          </a:endParaRPr>
        </a:p>
      </dsp:txBody>
      <dsp:txXfrm>
        <a:off x="8708062" y="2241249"/>
        <a:ext cx="256026" cy="350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FBA6C-B6DE-4B6D-8F5B-4FF73E307FE4}">
      <dsp:nvSpPr>
        <dsp:cNvPr id="0" name=""/>
        <dsp:cNvSpPr/>
      </dsp:nvSpPr>
      <dsp:spPr>
        <a:xfrm>
          <a:off x="4374576" y="3091416"/>
          <a:ext cx="2245823" cy="1454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1011852"/>
              <a:satOff val="9876"/>
              <a:lumOff val="-1790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Continuarea colaborării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Încetarea colaborării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80280" y="3487069"/>
        <a:ext cx="1508162" cy="1027174"/>
      </dsp:txXfrm>
    </dsp:sp>
    <dsp:sp modelId="{72D4E4DC-E2D3-4CCB-B659-7832286ACC10}">
      <dsp:nvSpPr>
        <dsp:cNvPr id="0" name=""/>
        <dsp:cNvSpPr/>
      </dsp:nvSpPr>
      <dsp:spPr>
        <a:xfrm>
          <a:off x="710338" y="3091416"/>
          <a:ext cx="2245823" cy="1454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1517779"/>
              <a:satOff val="14814"/>
              <a:lumOff val="-2686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Achiziționarea lui </a:t>
          </a:r>
          <a:r>
            <a:rPr lang="ro-RO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Pixar</a:t>
          </a:r>
          <a:r>
            <a:rPr lang="ro-RO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prin acceptarea ofertei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295" y="3487069"/>
        <a:ext cx="1508162" cy="1027174"/>
      </dsp:txXfrm>
    </dsp:sp>
    <dsp:sp modelId="{6FC19BFB-2204-4E1F-BA79-A079D345A8DF}">
      <dsp:nvSpPr>
        <dsp:cNvPr id="0" name=""/>
        <dsp:cNvSpPr/>
      </dsp:nvSpPr>
      <dsp:spPr>
        <a:xfrm>
          <a:off x="4374576" y="0"/>
          <a:ext cx="2245823" cy="1454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505926"/>
              <a:satOff val="4938"/>
              <a:lumOff val="-895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Ofertă scăzută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Ofertă echitabilă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80280" y="31957"/>
        <a:ext cx="1508162" cy="1027174"/>
      </dsp:txXfrm>
    </dsp:sp>
    <dsp:sp modelId="{22C363AE-6835-4EC5-8E01-EF81F03F6E84}">
      <dsp:nvSpPr>
        <dsp:cNvPr id="0" name=""/>
        <dsp:cNvSpPr/>
      </dsp:nvSpPr>
      <dsp:spPr>
        <a:xfrm>
          <a:off x="710338" y="0"/>
          <a:ext cx="2245823" cy="1454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Avantaj </a:t>
          </a:r>
          <a:r>
            <a:rPr lang="ro-RO" sz="1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Pixar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ro-RO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creativitate, dependență 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295" y="31957"/>
        <a:ext cx="1508162" cy="1027174"/>
      </dsp:txXfrm>
    </dsp:sp>
    <dsp:sp modelId="{30E446BE-3088-4B10-8B1F-18866C4936B5}">
      <dsp:nvSpPr>
        <dsp:cNvPr id="0" name=""/>
        <dsp:cNvSpPr/>
      </dsp:nvSpPr>
      <dsp:spPr>
        <a:xfrm>
          <a:off x="1651402" y="259133"/>
          <a:ext cx="1968505" cy="1968505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b="1" kern="1200" dirty="0">
              <a:solidFill>
                <a:schemeClr val="accent2">
                  <a:lumMod val="25000"/>
                </a:schemeClr>
              </a:solidFill>
            </a:rPr>
            <a:t>Informațiile</a:t>
          </a:r>
          <a:endParaRPr lang="en-US" sz="1700" b="1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2227964" y="835695"/>
        <a:ext cx="1391943" cy="1391943"/>
      </dsp:txXfrm>
    </dsp:sp>
    <dsp:sp modelId="{939EFFEC-91E4-4A36-A5F3-71157766169D}">
      <dsp:nvSpPr>
        <dsp:cNvPr id="0" name=""/>
        <dsp:cNvSpPr/>
      </dsp:nvSpPr>
      <dsp:spPr>
        <a:xfrm rot="5400000">
          <a:off x="3710831" y="259133"/>
          <a:ext cx="1968505" cy="1968505"/>
        </a:xfrm>
        <a:prstGeom prst="pieWedge">
          <a:avLst/>
        </a:prstGeom>
        <a:solidFill>
          <a:schemeClr val="accent3">
            <a:hueOff val="-505926"/>
            <a:satOff val="4938"/>
            <a:lumOff val="-895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b="1" kern="1200" dirty="0">
              <a:solidFill>
                <a:schemeClr val="accent2">
                  <a:lumMod val="25000"/>
                </a:schemeClr>
              </a:solidFill>
            </a:rPr>
            <a:t>Strategiile</a:t>
          </a:r>
          <a:endParaRPr lang="en-US" sz="17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-5400000">
        <a:off x="3710831" y="835695"/>
        <a:ext cx="1391943" cy="1391943"/>
      </dsp:txXfrm>
    </dsp:sp>
    <dsp:sp modelId="{2DAAC2FB-2EDC-4ACD-AA5F-3CD14C72131C}">
      <dsp:nvSpPr>
        <dsp:cNvPr id="0" name=""/>
        <dsp:cNvSpPr/>
      </dsp:nvSpPr>
      <dsp:spPr>
        <a:xfrm rot="10800000">
          <a:off x="3710831" y="2318562"/>
          <a:ext cx="1968505" cy="1968505"/>
        </a:xfrm>
        <a:prstGeom prst="pieWedge">
          <a:avLst/>
        </a:prstGeom>
        <a:solidFill>
          <a:schemeClr val="accent3">
            <a:hueOff val="-1011852"/>
            <a:satOff val="9876"/>
            <a:lumOff val="-1790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b="1" kern="1200" dirty="0">
              <a:solidFill>
                <a:schemeClr val="accent2">
                  <a:lumMod val="25000"/>
                </a:schemeClr>
              </a:solidFill>
            </a:rPr>
            <a:t>Rezultatele</a:t>
          </a:r>
          <a:endParaRPr lang="en-US" sz="17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10800000">
        <a:off x="3710831" y="2318562"/>
        <a:ext cx="1391943" cy="1391943"/>
      </dsp:txXfrm>
    </dsp:sp>
    <dsp:sp modelId="{C8A9A699-9B33-4FDB-9ACD-A3CAB3C403BF}">
      <dsp:nvSpPr>
        <dsp:cNvPr id="0" name=""/>
        <dsp:cNvSpPr/>
      </dsp:nvSpPr>
      <dsp:spPr>
        <a:xfrm rot="16200000">
          <a:off x="1651402" y="2318562"/>
          <a:ext cx="1968505" cy="1968505"/>
        </a:xfrm>
        <a:prstGeom prst="pieWedge">
          <a:avLst/>
        </a:prstGeom>
        <a:solidFill>
          <a:schemeClr val="accent3">
            <a:hueOff val="-1517779"/>
            <a:satOff val="14814"/>
            <a:lumOff val="-2686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b="1" kern="1200" dirty="0">
              <a:solidFill>
                <a:schemeClr val="accent2">
                  <a:lumMod val="25000"/>
                </a:schemeClr>
              </a:solidFill>
            </a:rPr>
            <a:t>Soluția</a:t>
          </a:r>
          <a:endParaRPr lang="en-US" sz="17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5400000">
        <a:off x="2227964" y="2318562"/>
        <a:ext cx="1391943" cy="1391943"/>
      </dsp:txXfrm>
    </dsp:sp>
    <dsp:sp modelId="{25C7FB1E-7943-4245-9200-06E0E9427C24}">
      <dsp:nvSpPr>
        <dsp:cNvPr id="0" name=""/>
        <dsp:cNvSpPr/>
      </dsp:nvSpPr>
      <dsp:spPr>
        <a:xfrm>
          <a:off x="3325540" y="1863942"/>
          <a:ext cx="679657" cy="59100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4356D-B80A-466B-8D18-9A0EA8C472FE}">
      <dsp:nvSpPr>
        <dsp:cNvPr id="0" name=""/>
        <dsp:cNvSpPr/>
      </dsp:nvSpPr>
      <dsp:spPr>
        <a:xfrm rot="10800000">
          <a:off x="3325540" y="2091252"/>
          <a:ext cx="679657" cy="59100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1B09C-5B07-4B1C-A19A-B38288736629}">
      <dsp:nvSpPr>
        <dsp:cNvPr id="0" name=""/>
        <dsp:cNvSpPr/>
      </dsp:nvSpPr>
      <dsp:spPr>
        <a:xfrm>
          <a:off x="2573629" y="2593223"/>
          <a:ext cx="1903780" cy="1903780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Stabilirea locației – depoziția martorului</a:t>
          </a:r>
          <a:endParaRPr lang="en-US" sz="2200" kern="1200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52431" y="2872025"/>
        <a:ext cx="1346176" cy="1346176"/>
      </dsp:txXfrm>
    </dsp:sp>
    <dsp:sp modelId="{33AD4423-AC18-4146-B628-AD5F3046CD43}">
      <dsp:nvSpPr>
        <dsp:cNvPr id="0" name=""/>
        <dsp:cNvSpPr/>
      </dsp:nvSpPr>
      <dsp:spPr>
        <a:xfrm rot="12900000">
          <a:off x="1056057" y="2162684"/>
          <a:ext cx="1765178" cy="542577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6F49C2-DDD2-4109-BCB4-DA48BE3367CA}">
      <dsp:nvSpPr>
        <dsp:cNvPr id="0" name=""/>
        <dsp:cNvSpPr/>
      </dsp:nvSpPr>
      <dsp:spPr>
        <a:xfrm>
          <a:off x="311375" y="1204303"/>
          <a:ext cx="1808591" cy="1446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Jucătorii</a:t>
          </a:r>
          <a:r>
            <a:rPr lang="en-US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</a:t>
          </a:r>
          <a:r>
            <a:rPr lang="en-US" sz="2400" kern="1200" dirty="0" err="1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voca</a:t>
          </a:r>
          <a:r>
            <a:rPr lang="ro-RO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ții</a:t>
          </a:r>
          <a:endParaRPr lang="en-US" sz="2400" kern="1200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752" y="1246680"/>
        <a:ext cx="1723837" cy="1362119"/>
      </dsp:txXfrm>
    </dsp:sp>
    <dsp:sp modelId="{0EA05777-B460-4043-9C2D-2D7030C26DEA}">
      <dsp:nvSpPr>
        <dsp:cNvPr id="0" name=""/>
        <dsp:cNvSpPr/>
      </dsp:nvSpPr>
      <dsp:spPr>
        <a:xfrm rot="16200000">
          <a:off x="2642930" y="1336610"/>
          <a:ext cx="1765178" cy="542577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18920"/>
            <a:satOff val="11556"/>
            <a:lumOff val="4438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4546D8-4473-4A58-B1E2-D0EB2C74C55A}">
      <dsp:nvSpPr>
        <dsp:cNvPr id="0" name=""/>
        <dsp:cNvSpPr/>
      </dsp:nvSpPr>
      <dsp:spPr>
        <a:xfrm>
          <a:off x="2621223" y="1873"/>
          <a:ext cx="1808591" cy="1446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18896"/>
                <a:satOff val="19563"/>
                <a:lumOff val="65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18896"/>
                <a:satOff val="19563"/>
                <a:lumOff val="65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18896"/>
                <a:satOff val="19563"/>
                <a:lumOff val="65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Intervenția judecătorului</a:t>
          </a:r>
          <a:endParaRPr lang="en-US" sz="2400" kern="1200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63600" y="44250"/>
        <a:ext cx="1723837" cy="1362119"/>
      </dsp:txXfrm>
    </dsp:sp>
    <dsp:sp modelId="{E6404DA0-723D-4937-962C-822AE18F9A3D}">
      <dsp:nvSpPr>
        <dsp:cNvPr id="0" name=""/>
        <dsp:cNvSpPr/>
      </dsp:nvSpPr>
      <dsp:spPr>
        <a:xfrm rot="19500000">
          <a:off x="4229803" y="2162684"/>
          <a:ext cx="1765178" cy="542577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37841"/>
            <a:satOff val="23112"/>
            <a:lumOff val="8877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4ECCC1-3B57-4581-B96F-01BCE19442C8}">
      <dsp:nvSpPr>
        <dsp:cNvPr id="0" name=""/>
        <dsp:cNvSpPr/>
      </dsp:nvSpPr>
      <dsp:spPr>
        <a:xfrm>
          <a:off x="4931071" y="1204303"/>
          <a:ext cx="1808591" cy="14468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37791"/>
                <a:satOff val="39125"/>
                <a:lumOff val="130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37791"/>
                <a:satOff val="39125"/>
                <a:lumOff val="130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37791"/>
                <a:satOff val="39125"/>
                <a:lumOff val="130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dirty="0">
              <a:solidFill>
                <a:schemeClr val="accent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Acordul</a:t>
          </a:r>
          <a:endParaRPr lang="en-US" sz="2400" kern="1200" dirty="0">
            <a:solidFill>
              <a:schemeClr val="accent2">
                <a:lumMod val="2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73448" y="1246680"/>
        <a:ext cx="1723837" cy="1362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02426-0A13-834C-9C0F-37AD678E54CF}">
      <dsp:nvSpPr>
        <dsp:cNvPr id="0" name=""/>
        <dsp:cNvSpPr/>
      </dsp:nvSpPr>
      <dsp:spPr>
        <a:xfrm>
          <a:off x="3654" y="116549"/>
          <a:ext cx="2197457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1" kern="1200"/>
            <a:t>Informațiile</a:t>
          </a:r>
          <a:endParaRPr lang="en-US" sz="1500" b="1" kern="1200"/>
        </a:p>
      </dsp:txBody>
      <dsp:txXfrm>
        <a:off x="3654" y="116549"/>
        <a:ext cx="2197457" cy="432000"/>
      </dsp:txXfrm>
    </dsp:sp>
    <dsp:sp modelId="{F3650DF6-8528-9F41-9757-A91A825BA10E}">
      <dsp:nvSpPr>
        <dsp:cNvPr id="0" name=""/>
        <dsp:cNvSpPr/>
      </dsp:nvSpPr>
      <dsp:spPr>
        <a:xfrm>
          <a:off x="3654" y="548549"/>
          <a:ext cx="2197457" cy="25901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500" b="1" kern="1200" dirty="0"/>
            <a:t>   </a:t>
          </a:r>
          <a:r>
            <a:rPr lang="ro-RO" sz="1500" b="1" kern="1200" dirty="0"/>
            <a:t>joc cu o singură rundă</a:t>
          </a:r>
          <a:r>
            <a:rPr lang="ro-RO" sz="1500" kern="1200" dirty="0"/>
            <a:t>, non-cooperativ, </a:t>
          </a:r>
          <a:r>
            <a:rPr lang="ro-RO" sz="1500" b="1" kern="1200" dirty="0"/>
            <a:t>cu informație completă și informație imperfectă</a:t>
          </a:r>
          <a:endParaRPr lang="en-US" sz="1500" kern="1200" dirty="0"/>
        </a:p>
      </dsp:txBody>
      <dsp:txXfrm>
        <a:off x="3654" y="548549"/>
        <a:ext cx="2197457" cy="2590164"/>
      </dsp:txXfrm>
    </dsp:sp>
    <dsp:sp modelId="{08E87121-AB16-714E-8C2B-AB03BDEB2465}">
      <dsp:nvSpPr>
        <dsp:cNvPr id="0" name=""/>
        <dsp:cNvSpPr/>
      </dsp:nvSpPr>
      <dsp:spPr>
        <a:xfrm>
          <a:off x="2508756" y="116549"/>
          <a:ext cx="2197457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1" kern="1200"/>
            <a:t>Strategiile</a:t>
          </a:r>
          <a:endParaRPr lang="en-US" sz="1500" b="1" kern="1200"/>
        </a:p>
      </dsp:txBody>
      <dsp:txXfrm>
        <a:off x="2508756" y="116549"/>
        <a:ext cx="2197457" cy="432000"/>
      </dsp:txXfrm>
    </dsp:sp>
    <dsp:sp modelId="{18E8EF98-DAF5-5F43-A2B8-4FDC55C80D3D}">
      <dsp:nvSpPr>
        <dsp:cNvPr id="0" name=""/>
        <dsp:cNvSpPr/>
      </dsp:nvSpPr>
      <dsp:spPr>
        <a:xfrm>
          <a:off x="2508756" y="548549"/>
          <a:ext cx="2197457" cy="25901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o-RO" sz="1500" kern="1200" dirty="0"/>
            <a:t>Stevens </a:t>
          </a:r>
          <a:r>
            <a:rPr lang="ro-RO" sz="1500" kern="1200" dirty="0" err="1"/>
            <a:t>Aviation</a:t>
          </a:r>
          <a:r>
            <a:rPr lang="ro-RO" sz="1500" kern="1200" dirty="0"/>
            <a:t> poate alege între inițierea unui proces juridic sau acceptarea confruntării simbolice.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500" kern="1200" dirty="0" err="1"/>
            <a:t>Southwest</a:t>
          </a:r>
          <a:r>
            <a:rPr lang="ro-RO" sz="1500" kern="1200" dirty="0"/>
            <a:t> Airlines poate opta fie pentru apărarea juridică a poziției sale, fie pentru acceptarea soluției alternative propuse</a:t>
          </a:r>
          <a:endParaRPr lang="en-MD" sz="1500" kern="1200" dirty="0"/>
        </a:p>
      </dsp:txBody>
      <dsp:txXfrm>
        <a:off x="2508756" y="548549"/>
        <a:ext cx="2197457" cy="2590164"/>
      </dsp:txXfrm>
    </dsp:sp>
    <dsp:sp modelId="{DAA93D34-9658-A04B-B1DB-A2F3E0DCC0CF}">
      <dsp:nvSpPr>
        <dsp:cNvPr id="0" name=""/>
        <dsp:cNvSpPr/>
      </dsp:nvSpPr>
      <dsp:spPr>
        <a:xfrm>
          <a:off x="5013858" y="116549"/>
          <a:ext cx="2197457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1" kern="1200"/>
            <a:t>Rezultatele</a:t>
          </a:r>
          <a:endParaRPr lang="en-US" sz="1500" b="1" kern="1200"/>
        </a:p>
      </dsp:txBody>
      <dsp:txXfrm>
        <a:off x="5013858" y="116549"/>
        <a:ext cx="2197457" cy="432000"/>
      </dsp:txXfrm>
    </dsp:sp>
    <dsp:sp modelId="{DE882CB4-F3BF-8E4F-A7E4-B81767770607}">
      <dsp:nvSpPr>
        <dsp:cNvPr id="0" name=""/>
        <dsp:cNvSpPr/>
      </dsp:nvSpPr>
      <dsp:spPr>
        <a:xfrm>
          <a:off x="5013858" y="548549"/>
          <a:ext cx="2197457" cy="25901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500" kern="1200" dirty="0"/>
            <a:t>    - </a:t>
          </a:r>
          <a:r>
            <a:rPr lang="ro-RO" sz="1500" kern="1200" dirty="0"/>
            <a:t>beneficii </a:t>
          </a:r>
          <a:r>
            <a:rPr lang="ro-RO" sz="1500" kern="1200" dirty="0" err="1"/>
            <a:t>reputaționale</a:t>
          </a:r>
          <a:r>
            <a:rPr lang="ro-RO" sz="1500" kern="1200" dirty="0"/>
            <a:t> semnificative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u-RU" sz="1500" kern="1200" dirty="0"/>
            <a:t>  - </a:t>
          </a:r>
          <a:r>
            <a:rPr lang="ro-RO" sz="1500" kern="1200" dirty="0"/>
            <a:t>valoarea publicității generate a fost superioară avantajului exclusiv asupra mărcii</a:t>
          </a:r>
          <a:endParaRPr lang="en-US" sz="1500" kern="1200" dirty="0"/>
        </a:p>
      </dsp:txBody>
      <dsp:txXfrm>
        <a:off x="5013858" y="548549"/>
        <a:ext cx="2197457" cy="2590164"/>
      </dsp:txXfrm>
    </dsp:sp>
    <dsp:sp modelId="{80943116-4F8B-C345-B299-C87B35353894}">
      <dsp:nvSpPr>
        <dsp:cNvPr id="0" name=""/>
        <dsp:cNvSpPr/>
      </dsp:nvSpPr>
      <dsp:spPr>
        <a:xfrm>
          <a:off x="7518959" y="116549"/>
          <a:ext cx="2197457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1" kern="1200"/>
            <a:t>Soluția</a:t>
          </a:r>
          <a:endParaRPr lang="en-US" sz="1500" b="1" kern="1200"/>
        </a:p>
      </dsp:txBody>
      <dsp:txXfrm>
        <a:off x="7518959" y="116549"/>
        <a:ext cx="2197457" cy="432000"/>
      </dsp:txXfrm>
    </dsp:sp>
    <dsp:sp modelId="{44552263-7F2F-8045-87D4-469656C9FBE0}">
      <dsp:nvSpPr>
        <dsp:cNvPr id="0" name=""/>
        <dsp:cNvSpPr/>
      </dsp:nvSpPr>
      <dsp:spPr>
        <a:xfrm>
          <a:off x="7518959" y="548549"/>
          <a:ext cx="2197457" cy="259016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500" b="1" kern="1200" dirty="0"/>
            <a:t>   </a:t>
          </a:r>
          <a:r>
            <a:rPr lang="ro-RO" sz="1500" b="1" kern="1200" dirty="0"/>
            <a:t>Stevens </a:t>
          </a:r>
          <a:r>
            <a:rPr lang="ro-RO" sz="1500" b="1" kern="1200" dirty="0" err="1"/>
            <a:t>Aviation</a:t>
          </a:r>
          <a:r>
            <a:rPr lang="ro-RO" sz="1500" b="1" kern="1200" dirty="0"/>
            <a:t> a câștigat confruntarea fizică</a:t>
          </a:r>
          <a:r>
            <a:rPr lang="ro-RO" sz="1500" kern="1200" dirty="0"/>
            <a:t>, compania a permis </a:t>
          </a:r>
          <a:r>
            <a:rPr lang="ro-RO" sz="1500" b="1" kern="1200" dirty="0" err="1"/>
            <a:t>Southwest</a:t>
          </a:r>
          <a:r>
            <a:rPr lang="ro-RO" sz="1500" b="1" kern="1200" dirty="0"/>
            <a:t> Airlines să continue utilizarea sloganului</a:t>
          </a:r>
          <a:endParaRPr lang="en-US" sz="1500" kern="1200" dirty="0"/>
        </a:p>
      </dsp:txBody>
      <dsp:txXfrm>
        <a:off x="7518959" y="548549"/>
        <a:ext cx="2197457" cy="25901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FBA6C-B6DE-4B6D-8F5B-4FF73E307FE4}">
      <dsp:nvSpPr>
        <dsp:cNvPr id="0" name=""/>
        <dsp:cNvSpPr/>
      </dsp:nvSpPr>
      <dsp:spPr>
        <a:xfrm>
          <a:off x="4745362" y="3070322"/>
          <a:ext cx="2705277" cy="1433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1011852"/>
              <a:satOff val="9876"/>
              <a:lumOff val="-1790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Bine definite</a:t>
          </a:r>
        </a:p>
      </dsp:txBody>
      <dsp:txXfrm>
        <a:off x="5588426" y="3460084"/>
        <a:ext cx="1830732" cy="1011878"/>
      </dsp:txXfrm>
    </dsp:sp>
    <dsp:sp modelId="{72D4E4DC-E2D3-4CCB-B659-7832286ACC10}">
      <dsp:nvSpPr>
        <dsp:cNvPr id="0" name=""/>
        <dsp:cNvSpPr/>
      </dsp:nvSpPr>
      <dsp:spPr>
        <a:xfrm>
          <a:off x="143122" y="2582669"/>
          <a:ext cx="3096802" cy="1988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1517779"/>
              <a:satOff val="14814"/>
              <a:lumOff val="-2686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o-RO" sz="1600" b="1" kern="1200" dirty="0"/>
            <a:t>     Victoria lui Francis </a:t>
          </a:r>
          <a:r>
            <a:rPr lang="ro-RO" sz="1600" b="1" kern="1200" dirty="0" err="1"/>
            <a:t>Pettygrove</a:t>
          </a:r>
          <a:r>
            <a:rPr lang="ro-RO" sz="1600" kern="1200" dirty="0"/>
            <a:t>, care a reușit să câștige două dintre cele trei aruncări ale monedei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6808" y="3123533"/>
        <a:ext cx="2080389" cy="1404163"/>
      </dsp:txXfrm>
    </dsp:sp>
    <dsp:sp modelId="{6FC19BFB-2204-4E1F-BA79-A079D345A8DF}">
      <dsp:nvSpPr>
        <dsp:cNvPr id="0" name=""/>
        <dsp:cNvSpPr/>
      </dsp:nvSpPr>
      <dsp:spPr>
        <a:xfrm>
          <a:off x="4553394" y="-223518"/>
          <a:ext cx="2897245" cy="18552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-505926"/>
              <a:satOff val="4938"/>
              <a:lumOff val="-895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o-RO" sz="1400" b="1" kern="1200" dirty="0"/>
            <a:t>   acceptarea voluntară a unei reguli de tip „totul sau </a:t>
          </a:r>
          <a:r>
            <a:rPr lang="ro-RO" sz="1400" b="1" kern="1200" dirty="0" err="1"/>
            <a:t>nimic”</a:t>
          </a:r>
          <a:r>
            <a:rPr lang="ro-RO" sz="1400" kern="1200" dirty="0" err="1"/>
            <a:t>singura</a:t>
          </a:r>
          <a:r>
            <a:rPr lang="ro-RO" sz="1400" kern="1200" dirty="0"/>
            <a:t> variabilă strategică a fost alegerea feței monedei înainte de fiecare aruncare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63321" y="-182765"/>
        <a:ext cx="1946565" cy="1309907"/>
      </dsp:txXfrm>
    </dsp:sp>
    <dsp:sp modelId="{22C363AE-6835-4EC5-8E01-EF81F03F6E84}">
      <dsp:nvSpPr>
        <dsp:cNvPr id="0" name=""/>
        <dsp:cNvSpPr/>
      </dsp:nvSpPr>
      <dsp:spPr>
        <a:xfrm>
          <a:off x="591417" y="-240386"/>
          <a:ext cx="2757909" cy="1888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o-RO" sz="1400" b="1" kern="1200" dirty="0"/>
            <a:t>   joc cu mai multe runde</a:t>
          </a:r>
          <a:r>
            <a:rPr lang="ro-RO" sz="1400" kern="1200" dirty="0"/>
            <a:t>, de tipul „cel mai bun din trei”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ro-RO" sz="1400" b="1" kern="1200" dirty="0"/>
            <a:t>joc cu informație completă și perfectă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2911" y="-198892"/>
        <a:ext cx="1847548" cy="1333727"/>
      </dsp:txXfrm>
    </dsp:sp>
    <dsp:sp modelId="{30E446BE-3088-4B10-8B1F-18866C4936B5}">
      <dsp:nvSpPr>
        <dsp:cNvPr id="0" name=""/>
        <dsp:cNvSpPr/>
      </dsp:nvSpPr>
      <dsp:spPr>
        <a:xfrm>
          <a:off x="1741342" y="267744"/>
          <a:ext cx="1939192" cy="1939192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>
              <a:solidFill>
                <a:schemeClr val="accent2">
                  <a:lumMod val="25000"/>
                </a:schemeClr>
              </a:solidFill>
            </a:rPr>
            <a:t>Informațiile</a:t>
          </a:r>
          <a:endParaRPr lang="en-US" sz="1600" b="1" kern="1200" dirty="0">
            <a:solidFill>
              <a:schemeClr val="accent2">
                <a:lumMod val="25000"/>
              </a:schemeClr>
            </a:solidFill>
          </a:endParaRPr>
        </a:p>
      </dsp:txBody>
      <dsp:txXfrm>
        <a:off x="2309318" y="835720"/>
        <a:ext cx="1371216" cy="1371216"/>
      </dsp:txXfrm>
    </dsp:sp>
    <dsp:sp modelId="{939EFFEC-91E4-4A36-A5F3-71157766169D}">
      <dsp:nvSpPr>
        <dsp:cNvPr id="0" name=""/>
        <dsp:cNvSpPr/>
      </dsp:nvSpPr>
      <dsp:spPr>
        <a:xfrm rot="5400000">
          <a:off x="3770105" y="267744"/>
          <a:ext cx="1939192" cy="1939192"/>
        </a:xfrm>
        <a:prstGeom prst="pieWedge">
          <a:avLst/>
        </a:prstGeom>
        <a:solidFill>
          <a:schemeClr val="accent3">
            <a:hueOff val="-505926"/>
            <a:satOff val="4938"/>
            <a:lumOff val="-895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>
              <a:solidFill>
                <a:schemeClr val="accent2">
                  <a:lumMod val="25000"/>
                </a:schemeClr>
              </a:solidFill>
            </a:rPr>
            <a:t>Strategiile</a:t>
          </a:r>
          <a:endParaRPr lang="en-US" sz="16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-5400000">
        <a:off x="3770105" y="835720"/>
        <a:ext cx="1371216" cy="1371216"/>
      </dsp:txXfrm>
    </dsp:sp>
    <dsp:sp modelId="{2DAAC2FB-2EDC-4ACD-AA5F-3CD14C72131C}">
      <dsp:nvSpPr>
        <dsp:cNvPr id="0" name=""/>
        <dsp:cNvSpPr/>
      </dsp:nvSpPr>
      <dsp:spPr>
        <a:xfrm rot="10800000">
          <a:off x="3770105" y="2296507"/>
          <a:ext cx="1939192" cy="1939192"/>
        </a:xfrm>
        <a:prstGeom prst="pieWedge">
          <a:avLst/>
        </a:prstGeom>
        <a:solidFill>
          <a:schemeClr val="accent3">
            <a:hueOff val="-1011852"/>
            <a:satOff val="9876"/>
            <a:lumOff val="-1790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>
              <a:solidFill>
                <a:schemeClr val="accent2">
                  <a:lumMod val="25000"/>
                </a:schemeClr>
              </a:solidFill>
            </a:rPr>
            <a:t>Rezultatele</a:t>
          </a:r>
          <a:endParaRPr lang="en-US" sz="16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10800000">
        <a:off x="3770105" y="2296507"/>
        <a:ext cx="1371216" cy="1371216"/>
      </dsp:txXfrm>
    </dsp:sp>
    <dsp:sp modelId="{C8A9A699-9B33-4FDB-9ACD-A3CAB3C403BF}">
      <dsp:nvSpPr>
        <dsp:cNvPr id="0" name=""/>
        <dsp:cNvSpPr/>
      </dsp:nvSpPr>
      <dsp:spPr>
        <a:xfrm rot="16200000">
          <a:off x="1741342" y="2296507"/>
          <a:ext cx="1939192" cy="1939192"/>
        </a:xfrm>
        <a:prstGeom prst="pieWedge">
          <a:avLst/>
        </a:prstGeom>
        <a:solidFill>
          <a:schemeClr val="accent3">
            <a:hueOff val="-1517779"/>
            <a:satOff val="14814"/>
            <a:lumOff val="-2686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1" kern="1200" dirty="0">
              <a:solidFill>
                <a:schemeClr val="accent2">
                  <a:lumMod val="25000"/>
                </a:schemeClr>
              </a:solidFill>
            </a:rPr>
            <a:t>Soluția</a:t>
          </a:r>
          <a:endParaRPr lang="en-US" sz="1600" b="1" kern="1200" dirty="0">
            <a:solidFill>
              <a:schemeClr val="accent2">
                <a:lumMod val="25000"/>
              </a:schemeClr>
            </a:solidFill>
          </a:endParaRPr>
        </a:p>
      </dsp:txBody>
      <dsp:txXfrm rot="5400000">
        <a:off x="2309318" y="2296507"/>
        <a:ext cx="1371216" cy="1371216"/>
      </dsp:txXfrm>
    </dsp:sp>
    <dsp:sp modelId="{25C7FB1E-7943-4245-9200-06E0E9427C24}">
      <dsp:nvSpPr>
        <dsp:cNvPr id="0" name=""/>
        <dsp:cNvSpPr/>
      </dsp:nvSpPr>
      <dsp:spPr>
        <a:xfrm>
          <a:off x="3390551" y="1848656"/>
          <a:ext cx="669536" cy="582205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4356D-B80A-466B-8D18-9A0EA8C472FE}">
      <dsp:nvSpPr>
        <dsp:cNvPr id="0" name=""/>
        <dsp:cNvSpPr/>
      </dsp:nvSpPr>
      <dsp:spPr>
        <a:xfrm rot="10800000">
          <a:off x="3390551" y="2072581"/>
          <a:ext cx="669536" cy="582205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1/14/26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4064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2994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1621715"/>
            <a:ext cx="10460736" cy="1476487"/>
          </a:xfrm>
          <a:noFill/>
        </p:spPr>
        <p:txBody>
          <a:bodyPr>
            <a:noAutofit/>
          </a:bodyPr>
          <a:lstStyle/>
          <a:p>
            <a:r>
              <a:rPr lang="ro-RO" dirty="0"/>
              <a:t>Teoria jocurilor în afaceri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07CFE-1DF6-CB86-CF99-0BCB7003EB4E}"/>
              </a:ext>
            </a:extLst>
          </p:cNvPr>
          <p:cNvSpPr txBox="1"/>
          <p:nvPr/>
        </p:nvSpPr>
        <p:spPr>
          <a:xfrm>
            <a:off x="9170893" y="3826181"/>
            <a:ext cx="2398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2">
                    <a:lumMod val="25000"/>
                  </a:schemeClr>
                </a:solidFill>
              </a:rPr>
              <a:t>Cojocaru Eugeniu</a:t>
            </a:r>
          </a:p>
          <a:p>
            <a:r>
              <a:rPr lang="ro-RO" dirty="0" err="1">
                <a:solidFill>
                  <a:schemeClr val="accent2">
                    <a:lumMod val="25000"/>
                  </a:schemeClr>
                </a:solidFill>
              </a:rPr>
              <a:t>Dimassi</a:t>
            </a:r>
            <a:r>
              <a:rPr lang="ro-RO" dirty="0">
                <a:solidFill>
                  <a:schemeClr val="accent2">
                    <a:lumMod val="25000"/>
                  </a:schemeClr>
                </a:solidFill>
              </a:rPr>
              <a:t> </a:t>
            </a:r>
            <a:r>
              <a:rPr lang="ro-RO" dirty="0" err="1">
                <a:solidFill>
                  <a:schemeClr val="accent2">
                    <a:lumMod val="25000"/>
                  </a:schemeClr>
                </a:solidFill>
              </a:rPr>
              <a:t>Salah</a:t>
            </a:r>
            <a:r>
              <a:rPr lang="ro-RO" dirty="0">
                <a:solidFill>
                  <a:schemeClr val="accent2">
                    <a:lumMod val="25000"/>
                  </a:schemeClr>
                </a:solidFill>
              </a:rPr>
              <a:t>-Andrei</a:t>
            </a:r>
          </a:p>
          <a:p>
            <a:r>
              <a:rPr lang="ro-RO" dirty="0">
                <a:solidFill>
                  <a:schemeClr val="accent2">
                    <a:lumMod val="25000"/>
                  </a:schemeClr>
                </a:solidFill>
              </a:rPr>
              <a:t>Gorun Crina</a:t>
            </a:r>
          </a:p>
          <a:p>
            <a:r>
              <a:rPr lang="ro-RO" dirty="0">
                <a:solidFill>
                  <a:schemeClr val="accent2">
                    <a:lumMod val="25000"/>
                  </a:schemeClr>
                </a:solidFill>
              </a:rPr>
              <a:t>Rus </a:t>
            </a:r>
            <a:r>
              <a:rPr lang="ro-RO" dirty="0" err="1">
                <a:solidFill>
                  <a:schemeClr val="accent2">
                    <a:lumMod val="25000"/>
                  </a:schemeClr>
                </a:solidFill>
              </a:rPr>
              <a:t>Miruna-Alexia</a:t>
            </a:r>
            <a:endParaRPr lang="en-US" dirty="0">
              <a:solidFill>
                <a:schemeClr val="accent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ro-RO" dirty="0"/>
              <a:t>Cuprins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90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E4FD4F4-034D-116D-CE01-719392DA3E8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403575213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409597"/>
            <a:ext cx="10277856" cy="896650"/>
          </a:xfrm>
          <a:noFill/>
        </p:spPr>
        <p:txBody>
          <a:bodyPr anchor="b">
            <a:noAutofit/>
          </a:bodyPr>
          <a:lstStyle/>
          <a:p>
            <a:pPr algn="ctr"/>
            <a:r>
              <a:rPr lang="ro-RO" dirty="0"/>
              <a:t>Jocul ultimatumului</a:t>
            </a:r>
            <a:r>
              <a:rPr lang="en-US" dirty="0"/>
              <a:t>:</a:t>
            </a:r>
            <a:r>
              <a:rPr lang="ro-RO" dirty="0"/>
              <a:t> Disney – </a:t>
            </a:r>
            <a:r>
              <a:rPr lang="ro-RO" dirty="0" err="1"/>
              <a:t>Pixar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992027F-9188-7A6A-22CE-15ADE31BB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4391896"/>
              </p:ext>
            </p:extLst>
          </p:nvPr>
        </p:nvGraphicFramePr>
        <p:xfrm>
          <a:off x="2430630" y="1592132"/>
          <a:ext cx="7330739" cy="4546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A1CE3FD-6BA2-F391-5291-E63578B52A6A}"/>
              </a:ext>
            </a:extLst>
          </p:cNvPr>
          <p:cNvSpPr txBox="1"/>
          <p:nvPr/>
        </p:nvSpPr>
        <p:spPr>
          <a:xfrm>
            <a:off x="1395206" y="3542066"/>
            <a:ext cx="2070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>
                <a:solidFill>
                  <a:schemeClr val="accent2">
                    <a:lumMod val="25000"/>
                  </a:schemeClr>
                </a:solidFill>
              </a:rPr>
              <a:t>Disney</a:t>
            </a:r>
          </a:p>
          <a:p>
            <a:pPr algn="ctr"/>
            <a:r>
              <a:rPr lang="ro-RO" b="1" dirty="0">
                <a:solidFill>
                  <a:schemeClr val="accent2">
                    <a:lumMod val="25000"/>
                  </a:schemeClr>
                </a:solidFill>
              </a:rPr>
              <a:t> (</a:t>
            </a:r>
            <a:r>
              <a:rPr lang="ro-RO" b="1" dirty="0" err="1">
                <a:solidFill>
                  <a:schemeClr val="accent2">
                    <a:lumMod val="25000"/>
                  </a:schemeClr>
                </a:solidFill>
              </a:rPr>
              <a:t>proposer</a:t>
            </a:r>
            <a:r>
              <a:rPr lang="ro-RO" b="1" dirty="0">
                <a:solidFill>
                  <a:schemeClr val="accent2">
                    <a:lumMod val="25000"/>
                  </a:schemeClr>
                </a:solidFill>
              </a:rPr>
              <a:t>)</a:t>
            </a:r>
            <a:endParaRPr lang="en-US" b="1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B6A80-BB06-70CE-3475-211FF088A1B3}"/>
              </a:ext>
            </a:extLst>
          </p:cNvPr>
          <p:cNvSpPr txBox="1"/>
          <p:nvPr/>
        </p:nvSpPr>
        <p:spPr>
          <a:xfrm>
            <a:off x="8725945" y="3542066"/>
            <a:ext cx="2070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 err="1">
                <a:solidFill>
                  <a:schemeClr val="accent2">
                    <a:lumMod val="25000"/>
                  </a:schemeClr>
                </a:solidFill>
              </a:rPr>
              <a:t>Pixar</a:t>
            </a:r>
            <a:endParaRPr lang="ro-RO" b="1" dirty="0">
              <a:solidFill>
                <a:schemeClr val="accent2">
                  <a:lumMod val="25000"/>
                </a:schemeClr>
              </a:solidFill>
            </a:endParaRPr>
          </a:p>
          <a:p>
            <a:pPr algn="ctr"/>
            <a:r>
              <a:rPr lang="ro-RO" b="1" dirty="0">
                <a:solidFill>
                  <a:schemeClr val="accent2">
                    <a:lumMod val="25000"/>
                  </a:schemeClr>
                </a:solidFill>
              </a:rPr>
              <a:t> (</a:t>
            </a:r>
            <a:r>
              <a:rPr lang="ro-RO" b="1" dirty="0" err="1">
                <a:solidFill>
                  <a:schemeClr val="accent2">
                    <a:lumMod val="25000"/>
                  </a:schemeClr>
                </a:solidFill>
              </a:rPr>
              <a:t>responder</a:t>
            </a:r>
            <a:r>
              <a:rPr lang="ro-RO" b="1" dirty="0">
                <a:solidFill>
                  <a:schemeClr val="accent2">
                    <a:lumMod val="25000"/>
                  </a:schemeClr>
                </a:solidFill>
              </a:rPr>
              <a:t>)</a:t>
            </a:r>
            <a:endParaRPr lang="en-US" b="1" dirty="0">
              <a:solidFill>
                <a:schemeClr val="accent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9" y="403412"/>
            <a:ext cx="11040121" cy="919779"/>
          </a:xfrm>
          <a:noFill/>
        </p:spPr>
        <p:txBody>
          <a:bodyPr>
            <a:noAutofit/>
          </a:bodyPr>
          <a:lstStyle/>
          <a:p>
            <a:pPr algn="ctr"/>
            <a:r>
              <a:rPr lang="ro-RO" sz="4000"/>
              <a:t>Piatră-Hârtie-Foarfecă</a:t>
            </a:r>
            <a:r>
              <a:rPr lang="en-US" sz="4000"/>
              <a:t>:</a:t>
            </a:r>
            <a:r>
              <a:rPr lang="ro-RO" sz="4000"/>
              <a:t> Ordinul Curții Federale</a:t>
            </a:r>
            <a:endParaRPr lang="en-US" sz="4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0406E9C-9A27-88D8-7C9D-F92C03F9FA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340599"/>
              </p:ext>
            </p:extLst>
          </p:nvPr>
        </p:nvGraphicFramePr>
        <p:xfrm>
          <a:off x="2570479" y="1791149"/>
          <a:ext cx="7051039" cy="4498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F6E6-EC2C-3AC4-7CD9-BED556AC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8B0E-8638-6448-6611-5B6FAFFD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ro-RO"/>
              <a:t>Jocul</a:t>
            </a:r>
            <a:r>
              <a:rPr lang="ru-RU"/>
              <a:t> </a:t>
            </a:r>
            <a:r>
              <a:rPr lang="ro-RO"/>
              <a:t>Skanderbeg: Malice in Dallas</a:t>
            </a:r>
            <a:r>
              <a:rPr lang="en-MD"/>
              <a:t> </a:t>
            </a:r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9ACF04E-7D7C-C1DF-9465-8BC30B34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90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AD445662-816A-1065-F750-374F6E20CF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5539147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598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6C4C-C83A-8751-4300-54F057FE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383246"/>
          </a:xfrm>
        </p:spPr>
        <p:txBody>
          <a:bodyPr>
            <a:normAutofit/>
          </a:bodyPr>
          <a:lstStyle/>
          <a:p>
            <a:pPr algn="ctr"/>
            <a:r>
              <a:rPr lang="ro-RO" sz="4000" dirty="0"/>
              <a:t>Aruncarea monedei pentru numirea orașului Portland</a:t>
            </a:r>
            <a:r>
              <a:rPr lang="en-MD" sz="40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11EFB-8A4A-65BA-E8DA-E201943E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1B152CB-28CC-B1BE-7BC0-C34E6840A7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6166975"/>
              </p:ext>
            </p:extLst>
          </p:nvPr>
        </p:nvGraphicFramePr>
        <p:xfrm>
          <a:off x="2432650" y="2173857"/>
          <a:ext cx="7450640" cy="4503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14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5492" y="2162286"/>
            <a:ext cx="5988244" cy="3095513"/>
          </a:xfrm>
          <a:noFill/>
        </p:spPr>
        <p:txBody>
          <a:bodyPr anchor="ctr">
            <a:noAutofit/>
          </a:bodyPr>
          <a:lstStyle/>
          <a:p>
            <a:r>
              <a:rPr lang="ro-RO" dirty="0"/>
              <a:t>Vă mulțumim!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08B3088D8EB0478F15642DC04EB5BE" ma:contentTypeVersion="1" ma:contentTypeDescription="Create a new document." ma:contentTypeScope="" ma:versionID="7b0b4c5e4bca0c0f15611d01c6b66025">
  <xsd:schema xmlns:xsd="http://www.w3.org/2001/XMLSchema" xmlns:xs="http://www.w3.org/2001/XMLSchema" xmlns:p="http://schemas.microsoft.com/office/2006/metadata/properties" xmlns:ns2="f1ea92f2-75e1-4d17-b0d5-b3e6c962c7ff" targetNamespace="http://schemas.microsoft.com/office/2006/metadata/properties" ma:root="true" ma:fieldsID="a964a2b56ba049dadb024d90b9a49e19" ns2:_="">
    <xsd:import namespace="f1ea92f2-75e1-4d17-b0d5-b3e6c962c7ff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a92f2-75e1-4d17-b0d5-b3e6c962c7f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f1ea92f2-75e1-4d17-b0d5-b3e6c962c7ff" xsi:nil="true"/>
  </documentManagement>
</p:properties>
</file>

<file path=customXml/itemProps1.xml><?xml version="1.0" encoding="utf-8"?>
<ds:datastoreItem xmlns:ds="http://schemas.openxmlformats.org/officeDocument/2006/customXml" ds:itemID="{3DE241F0-C60F-49F9-88C2-99C0AB5B1824}"/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1030</TotalTime>
  <Words>272</Words>
  <Application>Microsoft Macintosh PowerPoint</Application>
  <PresentationFormat>Widescreen</PresentationFormat>
  <Paragraphs>60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Custom</vt:lpstr>
      <vt:lpstr>Teoria jocurilor în afaceri</vt:lpstr>
      <vt:lpstr>Cuprins</vt:lpstr>
      <vt:lpstr>Jocul ultimatumului: Disney – Pixar</vt:lpstr>
      <vt:lpstr>Piatră-Hârtie-Foarfecă: Ordinul Curții Federale</vt:lpstr>
      <vt:lpstr>Jocul Skanderbeg: Malice in Dallas </vt:lpstr>
      <vt:lpstr>Aruncarea monedei pentru numirea orașului Portland </vt:lpstr>
      <vt:lpstr>Vă mulțumim!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MIRUNA-ALEXIA RUS</dc:creator>
  <cp:lastModifiedBy>Crina Gorun</cp:lastModifiedBy>
  <cp:revision>3</cp:revision>
  <dcterms:created xsi:type="dcterms:W3CDTF">2026-01-13T17:45:24Z</dcterms:created>
  <dcterms:modified xsi:type="dcterms:W3CDTF">2026-01-14T12:32:01Z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0x0101008F08B3088D8EB0478F15642DC04EB5BE</vt:lpwstr>
  </property>
  <property fmtid="{D5CDD505-2E9C-101B-9397-08002B2CF9AE}" pid="3" name="MediaServiceImageTags">
    <vt:lpwstr/>
  </property>
</Properties>
</file>