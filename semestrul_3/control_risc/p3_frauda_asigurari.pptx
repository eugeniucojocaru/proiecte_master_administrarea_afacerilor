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4"/>
  </p:notesMasterIdLst>
  <p:handoutMasterIdLst>
    <p:handoutMasterId r:id="rId15"/>
  </p:handoutMasterIdLst>
  <p:sldIdLst>
    <p:sldId id="289" r:id="rId5"/>
    <p:sldId id="283" r:id="rId6"/>
    <p:sldId id="288" r:id="rId7"/>
    <p:sldId id="263" r:id="rId8"/>
    <p:sldId id="276" r:id="rId9"/>
    <p:sldId id="265" r:id="rId10"/>
    <p:sldId id="264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45090F-4D70-4DB2-8CBF-09723D5DDEE1}" v="26" dt="2026-01-10T21:12:29.54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94" autoAdjust="0"/>
  </p:normalViewPr>
  <p:slideViewPr>
    <p:cSldViewPr snapToGrid="0">
      <p:cViewPr varScale="1">
        <p:scale>
          <a:sx n="96" d="100"/>
          <a:sy n="96" d="100"/>
        </p:scale>
        <p:origin x="29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UNA-ALEXIA RUS" userId="f45650ca-0212-49c7-8cd6-0b4222ccd185" providerId="ADAL" clId="{26EA543E-4D11-4955-A7C7-6D3A1C62CBCE}"/>
    <pc:docChg chg="undo redo custSel delSld modSld sldOrd">
      <pc:chgData name="MIRUNA-ALEXIA RUS" userId="f45650ca-0212-49c7-8cd6-0b4222ccd185" providerId="ADAL" clId="{26EA543E-4D11-4955-A7C7-6D3A1C62CBCE}" dt="2026-01-10T21:22:14.792" v="1286" actId="1076"/>
      <pc:docMkLst>
        <pc:docMk/>
      </pc:docMkLst>
      <pc:sldChg chg="del ord">
        <pc:chgData name="MIRUNA-ALEXIA RUS" userId="f45650ca-0212-49c7-8cd6-0b4222ccd185" providerId="ADAL" clId="{26EA543E-4D11-4955-A7C7-6D3A1C62CBCE}" dt="2026-01-10T21:13:42.281" v="1175" actId="47"/>
        <pc:sldMkLst>
          <pc:docMk/>
          <pc:sldMk cId="435195399" sldId="257"/>
        </pc:sldMkLst>
      </pc:sldChg>
      <pc:sldChg chg="addSp delSp modSp mod setBg">
        <pc:chgData name="MIRUNA-ALEXIA RUS" userId="f45650ca-0212-49c7-8cd6-0b4222ccd185" providerId="ADAL" clId="{26EA543E-4D11-4955-A7C7-6D3A1C62CBCE}" dt="2026-01-10T21:22:14.792" v="1286" actId="1076"/>
        <pc:sldMkLst>
          <pc:docMk/>
          <pc:sldMk cId="3666674671" sldId="261"/>
        </pc:sldMkLst>
        <pc:spChg chg="mod">
          <ac:chgData name="MIRUNA-ALEXIA RUS" userId="f45650ca-0212-49c7-8cd6-0b4222ccd185" providerId="ADAL" clId="{26EA543E-4D11-4955-A7C7-6D3A1C62CBCE}" dt="2026-01-10T21:22:14.792" v="1286" actId="1076"/>
          <ac:spMkLst>
            <pc:docMk/>
            <pc:sldMk cId="3666674671" sldId="261"/>
            <ac:spMk id="2" creationId="{9635F5E3-2B1C-7C0A-8581-67A9052D13AA}"/>
          </ac:spMkLst>
        </pc:spChg>
        <pc:spChg chg="del">
          <ac:chgData name="MIRUNA-ALEXIA RUS" userId="f45650ca-0212-49c7-8cd6-0b4222ccd185" providerId="ADAL" clId="{26EA543E-4D11-4955-A7C7-6D3A1C62CBCE}" dt="2026-01-10T21:08:16.898" v="1085" actId="478"/>
          <ac:spMkLst>
            <pc:docMk/>
            <pc:sldMk cId="3666674671" sldId="261"/>
            <ac:spMk id="3" creationId="{A6A33159-D030-2F82-A142-F75940728319}"/>
          </ac:spMkLst>
        </pc:spChg>
        <pc:spChg chg="add del mod">
          <ac:chgData name="MIRUNA-ALEXIA RUS" userId="f45650ca-0212-49c7-8cd6-0b4222ccd185" providerId="ADAL" clId="{26EA543E-4D11-4955-A7C7-6D3A1C62CBCE}" dt="2026-01-10T21:08:17.882" v="1086" actId="478"/>
          <ac:spMkLst>
            <pc:docMk/>
            <pc:sldMk cId="3666674671" sldId="261"/>
            <ac:spMk id="5" creationId="{1DBB0AC7-2FC5-4A9E-7E45-C40DA0DF7C3E}"/>
          </ac:spMkLst>
        </pc:spChg>
        <pc:spChg chg="add del mod">
          <ac:chgData name="MIRUNA-ALEXIA RUS" userId="f45650ca-0212-49c7-8cd6-0b4222ccd185" providerId="ADAL" clId="{26EA543E-4D11-4955-A7C7-6D3A1C62CBCE}" dt="2026-01-10T21:21:21.522" v="1275" actId="26606"/>
          <ac:spMkLst>
            <pc:docMk/>
            <pc:sldMk cId="3666674671" sldId="261"/>
            <ac:spMk id="9" creationId="{DFE58C8C-6260-4087-172E-0ABC2F478B16}"/>
          </ac:spMkLst>
        </pc:spChg>
        <pc:spChg chg="add">
          <ac:chgData name="MIRUNA-ALEXIA RUS" userId="f45650ca-0212-49c7-8cd6-0b4222ccd185" providerId="ADAL" clId="{26EA543E-4D11-4955-A7C7-6D3A1C62CBCE}" dt="2026-01-10T21:21:21.522" v="1275" actId="26606"/>
          <ac:spMkLst>
            <pc:docMk/>
            <pc:sldMk cId="3666674671" sldId="261"/>
            <ac:spMk id="28" creationId="{EA3B6404-C37D-4FE3-8124-9FC5ECE56273}"/>
          </ac:spMkLst>
        </pc:spChg>
        <pc:spChg chg="add">
          <ac:chgData name="MIRUNA-ALEXIA RUS" userId="f45650ca-0212-49c7-8cd6-0b4222ccd185" providerId="ADAL" clId="{26EA543E-4D11-4955-A7C7-6D3A1C62CBCE}" dt="2026-01-10T21:21:21.522" v="1275" actId="26606"/>
          <ac:spMkLst>
            <pc:docMk/>
            <pc:sldMk cId="3666674671" sldId="261"/>
            <ac:spMk id="30" creationId="{ED61EC8C-9F54-4671-8E82-4AE6101D6C84}"/>
          </ac:spMkLst>
        </pc:spChg>
        <pc:picChg chg="add mod">
          <ac:chgData name="MIRUNA-ALEXIA RUS" userId="f45650ca-0212-49c7-8cd6-0b4222ccd185" providerId="ADAL" clId="{26EA543E-4D11-4955-A7C7-6D3A1C62CBCE}" dt="2026-01-10T21:21:21.522" v="1275" actId="26606"/>
          <ac:picMkLst>
            <pc:docMk/>
            <pc:sldMk cId="3666674671" sldId="261"/>
            <ac:picMk id="7" creationId="{D13C0F64-C997-2214-CA14-9BF1A5447FC0}"/>
          </ac:picMkLst>
        </pc:picChg>
        <pc:picChg chg="del">
          <ac:chgData name="MIRUNA-ALEXIA RUS" userId="f45650ca-0212-49c7-8cd6-0b4222ccd185" providerId="ADAL" clId="{26EA543E-4D11-4955-A7C7-6D3A1C62CBCE}" dt="2026-01-10T21:21:11.963" v="1274" actId="478"/>
          <ac:picMkLst>
            <pc:docMk/>
            <pc:sldMk cId="3666674671" sldId="261"/>
            <ac:picMk id="24" creationId="{A672B903-78EE-718A-C122-69D512078839}"/>
          </ac:picMkLst>
        </pc:picChg>
        <pc:cxnChg chg="add">
          <ac:chgData name="MIRUNA-ALEXIA RUS" userId="f45650ca-0212-49c7-8cd6-0b4222ccd185" providerId="ADAL" clId="{26EA543E-4D11-4955-A7C7-6D3A1C62CBCE}" dt="2026-01-10T21:21:21.522" v="1275" actId="26606"/>
          <ac:cxnSpMkLst>
            <pc:docMk/>
            <pc:sldMk cId="3666674671" sldId="261"/>
            <ac:cxnSpMk id="14" creationId="{4436E0F2-A64B-471E-93C0-8DFE08CC57C8}"/>
          </ac:cxnSpMkLst>
        </pc:cxnChg>
        <pc:cxnChg chg="add">
          <ac:chgData name="MIRUNA-ALEXIA RUS" userId="f45650ca-0212-49c7-8cd6-0b4222ccd185" providerId="ADAL" clId="{26EA543E-4D11-4955-A7C7-6D3A1C62CBCE}" dt="2026-01-10T21:21:21.522" v="1275" actId="26606"/>
          <ac:cxnSpMkLst>
            <pc:docMk/>
            <pc:sldMk cId="3666674671" sldId="261"/>
            <ac:cxnSpMk id="16" creationId="{DC1E3AB1-2A8C-4607-9FAE-D8BDB280FE1A}"/>
          </ac:cxnSpMkLst>
        </pc:cxnChg>
        <pc:cxnChg chg="add">
          <ac:chgData name="MIRUNA-ALEXIA RUS" userId="f45650ca-0212-49c7-8cd6-0b4222ccd185" providerId="ADAL" clId="{26EA543E-4D11-4955-A7C7-6D3A1C62CBCE}" dt="2026-01-10T21:21:21.522" v="1275" actId="26606"/>
          <ac:cxnSpMkLst>
            <pc:docMk/>
            <pc:sldMk cId="3666674671" sldId="261"/>
            <ac:cxnSpMk id="20" creationId="{A515E2ED-7EA9-448D-83FA-54C3DF9723BD}"/>
          </ac:cxnSpMkLst>
        </pc:cxnChg>
        <pc:cxnChg chg="add">
          <ac:chgData name="MIRUNA-ALEXIA RUS" userId="f45650ca-0212-49c7-8cd6-0b4222ccd185" providerId="ADAL" clId="{26EA543E-4D11-4955-A7C7-6D3A1C62CBCE}" dt="2026-01-10T21:21:21.522" v="1275" actId="26606"/>
          <ac:cxnSpMkLst>
            <pc:docMk/>
            <pc:sldMk cId="3666674671" sldId="261"/>
            <ac:cxnSpMk id="26" creationId="{8550A431-0B61-421B-B4B7-24C0CFF0F938}"/>
          </ac:cxnSpMkLst>
        </pc:cxnChg>
        <pc:cxnChg chg="add">
          <ac:chgData name="MIRUNA-ALEXIA RUS" userId="f45650ca-0212-49c7-8cd6-0b4222ccd185" providerId="ADAL" clId="{26EA543E-4D11-4955-A7C7-6D3A1C62CBCE}" dt="2026-01-10T21:21:21.522" v="1275" actId="26606"/>
          <ac:cxnSpMkLst>
            <pc:docMk/>
            <pc:sldMk cId="3666674671" sldId="261"/>
            <ac:cxnSpMk id="32" creationId="{3A5D40F5-A8C4-4952-BCA6-4D0D14F8BFD5}"/>
          </ac:cxnSpMkLst>
        </pc:cxnChg>
      </pc:sldChg>
      <pc:sldChg chg="modSp mod">
        <pc:chgData name="MIRUNA-ALEXIA RUS" userId="f45650ca-0212-49c7-8cd6-0b4222ccd185" providerId="ADAL" clId="{26EA543E-4D11-4955-A7C7-6D3A1C62CBCE}" dt="2026-01-10T21:15:52.801" v="1210" actId="20577"/>
        <pc:sldMkLst>
          <pc:docMk/>
          <pc:sldMk cId="1210802199" sldId="262"/>
        </pc:sldMkLst>
        <pc:spChg chg="mod">
          <ac:chgData name="MIRUNA-ALEXIA RUS" userId="f45650ca-0212-49c7-8cd6-0b4222ccd185" providerId="ADAL" clId="{26EA543E-4D11-4955-A7C7-6D3A1C62CBCE}" dt="2026-01-10T21:15:39.154" v="1203" actId="1076"/>
          <ac:spMkLst>
            <pc:docMk/>
            <pc:sldMk cId="1210802199" sldId="262"/>
            <ac:spMk id="2" creationId="{28BAC361-0D7A-DC05-86B5-6DD77D322F5B}"/>
          </ac:spMkLst>
        </pc:spChg>
        <pc:spChg chg="mod">
          <ac:chgData name="MIRUNA-ALEXIA RUS" userId="f45650ca-0212-49c7-8cd6-0b4222ccd185" providerId="ADAL" clId="{26EA543E-4D11-4955-A7C7-6D3A1C62CBCE}" dt="2026-01-10T21:15:52.801" v="1210" actId="20577"/>
          <ac:spMkLst>
            <pc:docMk/>
            <pc:sldMk cId="1210802199" sldId="262"/>
            <ac:spMk id="3" creationId="{1BE98EFF-197D-3136-70B9-7BBD30A48931}"/>
          </ac:spMkLst>
        </pc:spChg>
      </pc:sldChg>
      <pc:sldChg chg="addSp delSp modSp mod ord setBg">
        <pc:chgData name="MIRUNA-ALEXIA RUS" userId="f45650ca-0212-49c7-8cd6-0b4222ccd185" providerId="ADAL" clId="{26EA543E-4D11-4955-A7C7-6D3A1C62CBCE}" dt="2026-01-10T20:57:48.617" v="894" actId="1076"/>
        <pc:sldMkLst>
          <pc:docMk/>
          <pc:sldMk cId="2737241225" sldId="263"/>
        </pc:sldMkLst>
        <pc:spChg chg="mod">
          <ac:chgData name="MIRUNA-ALEXIA RUS" userId="f45650ca-0212-49c7-8cd6-0b4222ccd185" providerId="ADAL" clId="{26EA543E-4D11-4955-A7C7-6D3A1C62CBCE}" dt="2026-01-10T20:56:29.165" v="877" actId="27636"/>
          <ac:spMkLst>
            <pc:docMk/>
            <pc:sldMk cId="2737241225" sldId="263"/>
            <ac:spMk id="2" creationId="{338A15DE-D135-0710-9984-A0A55E960CB0}"/>
          </ac:spMkLst>
        </pc:spChg>
        <pc:spChg chg="mod">
          <ac:chgData name="MIRUNA-ALEXIA RUS" userId="f45650ca-0212-49c7-8cd6-0b4222ccd185" providerId="ADAL" clId="{26EA543E-4D11-4955-A7C7-6D3A1C62CBCE}" dt="2026-01-10T20:57:48.617" v="894" actId="1076"/>
          <ac:spMkLst>
            <pc:docMk/>
            <pc:sldMk cId="2737241225" sldId="263"/>
            <ac:spMk id="3" creationId="{ECC8AA23-D8D0-93BE-5C5F-103A750B0D2F}"/>
          </ac:spMkLst>
        </pc:spChg>
        <pc:spChg chg="add del mod">
          <ac:chgData name="MIRUNA-ALEXIA RUS" userId="f45650ca-0212-49c7-8cd6-0b4222ccd185" providerId="ADAL" clId="{26EA543E-4D11-4955-A7C7-6D3A1C62CBCE}" dt="2026-01-10T20:53:10.823" v="870" actId="26606"/>
          <ac:spMkLst>
            <pc:docMk/>
            <pc:sldMk cId="2737241225" sldId="263"/>
            <ac:spMk id="5" creationId="{DB7CE3A9-BB09-E4BF-6255-18846760D6EB}"/>
          </ac:spMkLst>
        </pc:spChg>
        <pc:spChg chg="add">
          <ac:chgData name="MIRUNA-ALEXIA RUS" userId="f45650ca-0212-49c7-8cd6-0b4222ccd185" providerId="ADAL" clId="{26EA543E-4D11-4955-A7C7-6D3A1C62CBCE}" dt="2026-01-10T20:53:10.823" v="870" actId="26606"/>
          <ac:spMkLst>
            <pc:docMk/>
            <pc:sldMk cId="2737241225" sldId="263"/>
            <ac:spMk id="28" creationId="{DD16DE02-C2C8-477C-9FD7-70A983BDEA14}"/>
          </ac:spMkLst>
        </pc:spChg>
        <pc:spChg chg="add">
          <ac:chgData name="MIRUNA-ALEXIA RUS" userId="f45650ca-0212-49c7-8cd6-0b4222ccd185" providerId="ADAL" clId="{26EA543E-4D11-4955-A7C7-6D3A1C62CBCE}" dt="2026-01-10T20:53:10.823" v="870" actId="26606"/>
          <ac:spMkLst>
            <pc:docMk/>
            <pc:sldMk cId="2737241225" sldId="263"/>
            <ac:spMk id="30" creationId="{D13AF29F-D5EC-4489-BF8F-3B356C5972CD}"/>
          </ac:spMkLst>
        </pc:spChg>
        <pc:picChg chg="add del mod ord">
          <ac:chgData name="MIRUNA-ALEXIA RUS" userId="f45650ca-0212-49c7-8cd6-0b4222ccd185" providerId="ADAL" clId="{26EA543E-4D11-4955-A7C7-6D3A1C62CBCE}" dt="2026-01-10T20:52:46.797" v="868" actId="22"/>
          <ac:picMkLst>
            <pc:docMk/>
            <pc:sldMk cId="2737241225" sldId="263"/>
            <ac:picMk id="7" creationId="{5AB8689F-6858-F7C3-B2A3-6D6D94AF9739}"/>
          </ac:picMkLst>
        </pc:picChg>
        <pc:picChg chg="add mod">
          <ac:chgData name="MIRUNA-ALEXIA RUS" userId="f45650ca-0212-49c7-8cd6-0b4222ccd185" providerId="ADAL" clId="{26EA543E-4D11-4955-A7C7-6D3A1C62CBCE}" dt="2026-01-10T20:57:32.234" v="892" actId="1076"/>
          <ac:picMkLst>
            <pc:docMk/>
            <pc:sldMk cId="2737241225" sldId="263"/>
            <ac:picMk id="9" creationId="{63E58738-0B1B-3F05-304B-E475A3C79D56}"/>
          </ac:picMkLst>
        </pc:picChg>
        <pc:picChg chg="del">
          <ac:chgData name="MIRUNA-ALEXIA RUS" userId="f45650ca-0212-49c7-8cd6-0b4222ccd185" providerId="ADAL" clId="{26EA543E-4D11-4955-A7C7-6D3A1C62CBCE}" dt="2026-01-10T20:52:29.543" v="864" actId="478"/>
          <ac:picMkLst>
            <pc:docMk/>
            <pc:sldMk cId="2737241225" sldId="263"/>
            <ac:picMk id="20" creationId="{E5D7764F-CE06-1A00-3555-ACAE6ACDFE10}"/>
          </ac:picMkLst>
        </pc:picChg>
        <pc:cxnChg chg="add">
          <ac:chgData name="MIRUNA-ALEXIA RUS" userId="f45650ca-0212-49c7-8cd6-0b4222ccd185" providerId="ADAL" clId="{26EA543E-4D11-4955-A7C7-6D3A1C62CBCE}" dt="2026-01-10T20:53:10.823" v="870" actId="26606"/>
          <ac:cxnSpMkLst>
            <pc:docMk/>
            <pc:sldMk cId="2737241225" sldId="263"/>
            <ac:cxnSpMk id="22" creationId="{20595356-EABD-4767-AC9D-EA21FF115EC0}"/>
          </ac:cxnSpMkLst>
        </pc:cxnChg>
        <pc:cxnChg chg="add">
          <ac:chgData name="MIRUNA-ALEXIA RUS" userId="f45650ca-0212-49c7-8cd6-0b4222ccd185" providerId="ADAL" clId="{26EA543E-4D11-4955-A7C7-6D3A1C62CBCE}" dt="2026-01-10T20:53:10.823" v="870" actId="26606"/>
          <ac:cxnSpMkLst>
            <pc:docMk/>
            <pc:sldMk cId="2737241225" sldId="263"/>
            <ac:cxnSpMk id="34" creationId="{1E0363E9-7CD0-497E-88D7-940136490327}"/>
          </ac:cxnSpMkLst>
        </pc:cxnChg>
        <pc:cxnChg chg="add">
          <ac:chgData name="MIRUNA-ALEXIA RUS" userId="f45650ca-0212-49c7-8cd6-0b4222ccd185" providerId="ADAL" clId="{26EA543E-4D11-4955-A7C7-6D3A1C62CBCE}" dt="2026-01-10T20:53:10.823" v="870" actId="26606"/>
          <ac:cxnSpMkLst>
            <pc:docMk/>
            <pc:sldMk cId="2737241225" sldId="263"/>
            <ac:cxnSpMk id="36" creationId="{ECCD4B14-FFCC-4CE5-BC9D-DF47AA1AD7F4}"/>
          </ac:cxnSpMkLst>
        </pc:cxnChg>
        <pc:cxnChg chg="add">
          <ac:chgData name="MIRUNA-ALEXIA RUS" userId="f45650ca-0212-49c7-8cd6-0b4222ccd185" providerId="ADAL" clId="{26EA543E-4D11-4955-A7C7-6D3A1C62CBCE}" dt="2026-01-10T20:53:10.823" v="870" actId="26606"/>
          <ac:cxnSpMkLst>
            <pc:docMk/>
            <pc:sldMk cId="2737241225" sldId="263"/>
            <ac:cxnSpMk id="40" creationId="{34222167-616B-448F-A79B-219A4FD3DDE9}"/>
          </ac:cxnSpMkLst>
        </pc:cxnChg>
      </pc:sldChg>
      <pc:sldChg chg="addSp delSp modSp mod ord setBg">
        <pc:chgData name="MIRUNA-ALEXIA RUS" userId="f45650ca-0212-49c7-8cd6-0b4222ccd185" providerId="ADAL" clId="{26EA543E-4D11-4955-A7C7-6D3A1C62CBCE}" dt="2026-01-10T21:06:59.738" v="1072" actId="1076"/>
        <pc:sldMkLst>
          <pc:docMk/>
          <pc:sldMk cId="837402205" sldId="264"/>
        </pc:sldMkLst>
        <pc:spChg chg="mod">
          <ac:chgData name="MIRUNA-ALEXIA RUS" userId="f45650ca-0212-49c7-8cd6-0b4222ccd185" providerId="ADAL" clId="{26EA543E-4D11-4955-A7C7-6D3A1C62CBCE}" dt="2026-01-10T21:06:14.245" v="1064" actId="1076"/>
          <ac:spMkLst>
            <pc:docMk/>
            <pc:sldMk cId="837402205" sldId="264"/>
            <ac:spMk id="2" creationId="{47A9874B-BCA9-8420-1595-EDD1865A099A}"/>
          </ac:spMkLst>
        </pc:spChg>
        <pc:spChg chg="del">
          <ac:chgData name="MIRUNA-ALEXIA RUS" userId="f45650ca-0212-49c7-8cd6-0b4222ccd185" providerId="ADAL" clId="{26EA543E-4D11-4955-A7C7-6D3A1C62CBCE}" dt="2026-01-10T21:05:00.183" v="1002" actId="478"/>
          <ac:spMkLst>
            <pc:docMk/>
            <pc:sldMk cId="837402205" sldId="264"/>
            <ac:spMk id="3" creationId="{68A5FD2B-E3E5-1C2B-0151-21F216B14A33}"/>
          </ac:spMkLst>
        </pc:spChg>
        <pc:spChg chg="del">
          <ac:chgData name="MIRUNA-ALEXIA RUS" userId="f45650ca-0212-49c7-8cd6-0b4222ccd185" providerId="ADAL" clId="{26EA543E-4D11-4955-A7C7-6D3A1C62CBCE}" dt="2026-01-10T21:04:54.557" v="1000" actId="478"/>
          <ac:spMkLst>
            <pc:docMk/>
            <pc:sldMk cId="837402205" sldId="264"/>
            <ac:spMk id="4" creationId="{ACFBB810-3430-2C29-1AA0-9744AA0A1AA3}"/>
          </ac:spMkLst>
        </pc:spChg>
        <pc:spChg chg="add del mod">
          <ac:chgData name="MIRUNA-ALEXIA RUS" userId="f45650ca-0212-49c7-8cd6-0b4222ccd185" providerId="ADAL" clId="{26EA543E-4D11-4955-A7C7-6D3A1C62CBCE}" dt="2026-01-10T21:04:57.332" v="1001" actId="478"/>
          <ac:spMkLst>
            <pc:docMk/>
            <pc:sldMk cId="837402205" sldId="264"/>
            <ac:spMk id="6" creationId="{B0709F54-CC79-11CC-9A72-BD183A00C0BB}"/>
          </ac:spMkLst>
        </pc:spChg>
        <pc:spChg chg="add del mod">
          <ac:chgData name="MIRUNA-ALEXIA RUS" userId="f45650ca-0212-49c7-8cd6-0b4222ccd185" providerId="ADAL" clId="{26EA543E-4D11-4955-A7C7-6D3A1C62CBCE}" dt="2026-01-10T21:05:02.223" v="1003" actId="478"/>
          <ac:spMkLst>
            <pc:docMk/>
            <pc:sldMk cId="837402205" sldId="264"/>
            <ac:spMk id="8" creationId="{FC658869-858D-D259-B213-BE89714A2162}"/>
          </ac:spMkLst>
        </pc:spChg>
        <pc:spChg chg="add">
          <ac:chgData name="MIRUNA-ALEXIA RUS" userId="f45650ca-0212-49c7-8cd6-0b4222ccd185" providerId="ADAL" clId="{26EA543E-4D11-4955-A7C7-6D3A1C62CBCE}" dt="2026-01-10T21:05:46.398" v="1058" actId="26606"/>
          <ac:spMkLst>
            <pc:docMk/>
            <pc:sldMk cId="837402205" sldId="264"/>
            <ac:spMk id="29" creationId="{EA3B6404-C37D-4FE3-8124-9FC5ECE56273}"/>
          </ac:spMkLst>
        </pc:spChg>
        <pc:spChg chg="add">
          <ac:chgData name="MIRUNA-ALEXIA RUS" userId="f45650ca-0212-49c7-8cd6-0b4222ccd185" providerId="ADAL" clId="{26EA543E-4D11-4955-A7C7-6D3A1C62CBCE}" dt="2026-01-10T21:05:46.398" v="1058" actId="26606"/>
          <ac:spMkLst>
            <pc:docMk/>
            <pc:sldMk cId="837402205" sldId="264"/>
            <ac:spMk id="33" creationId="{F67B5ED5-2C08-4519-B88A-E933BAA847AA}"/>
          </ac:spMkLst>
        </pc:spChg>
        <pc:picChg chg="add mod">
          <ac:chgData name="MIRUNA-ALEXIA RUS" userId="f45650ca-0212-49c7-8cd6-0b4222ccd185" providerId="ADAL" clId="{26EA543E-4D11-4955-A7C7-6D3A1C62CBCE}" dt="2026-01-10T21:06:59.738" v="1072" actId="1076"/>
          <ac:picMkLst>
            <pc:docMk/>
            <pc:sldMk cId="837402205" sldId="264"/>
            <ac:picMk id="10" creationId="{EDDF1E40-7840-92B6-120F-89D2EFA6E8A2}"/>
          </ac:picMkLst>
        </pc:picChg>
        <pc:cxnChg chg="add">
          <ac:chgData name="MIRUNA-ALEXIA RUS" userId="f45650ca-0212-49c7-8cd6-0b4222ccd185" providerId="ADAL" clId="{26EA543E-4D11-4955-A7C7-6D3A1C62CBCE}" dt="2026-01-10T21:05:46.398" v="1058" actId="26606"/>
          <ac:cxnSpMkLst>
            <pc:docMk/>
            <pc:sldMk cId="837402205" sldId="264"/>
            <ac:cxnSpMk id="17" creationId="{DC1E3AB1-2A8C-4607-9FAE-D8BDB280FE1A}"/>
          </ac:cxnSpMkLst>
        </pc:cxnChg>
        <pc:cxnChg chg="add">
          <ac:chgData name="MIRUNA-ALEXIA RUS" userId="f45650ca-0212-49c7-8cd6-0b4222ccd185" providerId="ADAL" clId="{26EA543E-4D11-4955-A7C7-6D3A1C62CBCE}" dt="2026-01-10T21:05:46.398" v="1058" actId="26606"/>
          <ac:cxnSpMkLst>
            <pc:docMk/>
            <pc:sldMk cId="837402205" sldId="264"/>
            <ac:cxnSpMk id="19" creationId="{26D66059-832F-40B6-A35F-F56C8F38A1E7}"/>
          </ac:cxnSpMkLst>
        </pc:cxnChg>
        <pc:cxnChg chg="add">
          <ac:chgData name="MIRUNA-ALEXIA RUS" userId="f45650ca-0212-49c7-8cd6-0b4222ccd185" providerId="ADAL" clId="{26EA543E-4D11-4955-A7C7-6D3A1C62CBCE}" dt="2026-01-10T21:05:46.398" v="1058" actId="26606"/>
          <ac:cxnSpMkLst>
            <pc:docMk/>
            <pc:sldMk cId="837402205" sldId="264"/>
            <ac:cxnSpMk id="21" creationId="{A515E2ED-7EA9-448D-83FA-54C3DF9723BD}"/>
          </ac:cxnSpMkLst>
        </pc:cxnChg>
        <pc:cxnChg chg="add">
          <ac:chgData name="MIRUNA-ALEXIA RUS" userId="f45650ca-0212-49c7-8cd6-0b4222ccd185" providerId="ADAL" clId="{26EA543E-4D11-4955-A7C7-6D3A1C62CBCE}" dt="2026-01-10T21:05:46.398" v="1058" actId="26606"/>
          <ac:cxnSpMkLst>
            <pc:docMk/>
            <pc:sldMk cId="837402205" sldId="264"/>
            <ac:cxnSpMk id="23" creationId="{20595356-EABD-4767-AC9D-EA21FF115EC0}"/>
          </ac:cxnSpMkLst>
        </pc:cxnChg>
        <pc:cxnChg chg="add">
          <ac:chgData name="MIRUNA-ALEXIA RUS" userId="f45650ca-0212-49c7-8cd6-0b4222ccd185" providerId="ADAL" clId="{26EA543E-4D11-4955-A7C7-6D3A1C62CBCE}" dt="2026-01-10T21:05:46.398" v="1058" actId="26606"/>
          <ac:cxnSpMkLst>
            <pc:docMk/>
            <pc:sldMk cId="837402205" sldId="264"/>
            <ac:cxnSpMk id="31" creationId="{C64A9919-C77B-4DEE-B7F8-B9A289E9E66E}"/>
          </ac:cxnSpMkLst>
        </pc:cxnChg>
        <pc:cxnChg chg="add">
          <ac:chgData name="MIRUNA-ALEXIA RUS" userId="f45650ca-0212-49c7-8cd6-0b4222ccd185" providerId="ADAL" clId="{26EA543E-4D11-4955-A7C7-6D3A1C62CBCE}" dt="2026-01-10T21:05:46.398" v="1058" actId="26606"/>
          <ac:cxnSpMkLst>
            <pc:docMk/>
            <pc:sldMk cId="837402205" sldId="264"/>
            <ac:cxnSpMk id="37" creationId="{717DE3F0-E5A7-4C2D-927E-56638086786C}"/>
          </ac:cxnSpMkLst>
        </pc:cxnChg>
      </pc:sldChg>
      <pc:sldChg chg="addSp delSp modSp mod ord">
        <pc:chgData name="MIRUNA-ALEXIA RUS" userId="f45650ca-0212-49c7-8cd6-0b4222ccd185" providerId="ADAL" clId="{26EA543E-4D11-4955-A7C7-6D3A1C62CBCE}" dt="2026-01-10T21:01:47.949" v="977" actId="1076"/>
        <pc:sldMkLst>
          <pc:docMk/>
          <pc:sldMk cId="729609147" sldId="265"/>
        </pc:sldMkLst>
        <pc:spChg chg="mod">
          <ac:chgData name="MIRUNA-ALEXIA RUS" userId="f45650ca-0212-49c7-8cd6-0b4222ccd185" providerId="ADAL" clId="{26EA543E-4D11-4955-A7C7-6D3A1C62CBCE}" dt="2026-01-10T21:01:38.651" v="974" actId="14100"/>
          <ac:spMkLst>
            <pc:docMk/>
            <pc:sldMk cId="729609147" sldId="265"/>
            <ac:spMk id="2" creationId="{314C27C8-165C-5513-DB4B-9D840097C545}"/>
          </ac:spMkLst>
        </pc:spChg>
        <pc:spChg chg="del">
          <ac:chgData name="MIRUNA-ALEXIA RUS" userId="f45650ca-0212-49c7-8cd6-0b4222ccd185" providerId="ADAL" clId="{26EA543E-4D11-4955-A7C7-6D3A1C62CBCE}" dt="2026-01-10T21:00:42.773" v="928" actId="478"/>
          <ac:spMkLst>
            <pc:docMk/>
            <pc:sldMk cId="729609147" sldId="265"/>
            <ac:spMk id="3" creationId="{FACE640F-7F5A-BDB7-205D-765FA80B6796}"/>
          </ac:spMkLst>
        </pc:spChg>
        <pc:spChg chg="del">
          <ac:chgData name="MIRUNA-ALEXIA RUS" userId="f45650ca-0212-49c7-8cd6-0b4222ccd185" providerId="ADAL" clId="{26EA543E-4D11-4955-A7C7-6D3A1C62CBCE}" dt="2026-01-10T21:00:36.213" v="926" actId="478"/>
          <ac:spMkLst>
            <pc:docMk/>
            <pc:sldMk cId="729609147" sldId="265"/>
            <ac:spMk id="4" creationId="{83302BFD-960F-CBB3-E984-CDC12813A10C}"/>
          </ac:spMkLst>
        </pc:spChg>
        <pc:spChg chg="add del mod">
          <ac:chgData name="MIRUNA-ALEXIA RUS" userId="f45650ca-0212-49c7-8cd6-0b4222ccd185" providerId="ADAL" clId="{26EA543E-4D11-4955-A7C7-6D3A1C62CBCE}" dt="2026-01-10T21:00:37.548" v="927" actId="478"/>
          <ac:spMkLst>
            <pc:docMk/>
            <pc:sldMk cId="729609147" sldId="265"/>
            <ac:spMk id="6" creationId="{8600CB58-C817-B1B6-5D8A-9EBAF5F6B1CD}"/>
          </ac:spMkLst>
        </pc:spChg>
        <pc:spChg chg="add del mod">
          <ac:chgData name="MIRUNA-ALEXIA RUS" userId="f45650ca-0212-49c7-8cd6-0b4222ccd185" providerId="ADAL" clId="{26EA543E-4D11-4955-A7C7-6D3A1C62CBCE}" dt="2026-01-10T21:00:45.804" v="929" actId="478"/>
          <ac:spMkLst>
            <pc:docMk/>
            <pc:sldMk cId="729609147" sldId="265"/>
            <ac:spMk id="8" creationId="{D9776456-FFC0-49DC-9837-7881B7CE8933}"/>
          </ac:spMkLst>
        </pc:spChg>
        <pc:picChg chg="add mod">
          <ac:chgData name="MIRUNA-ALEXIA RUS" userId="f45650ca-0212-49c7-8cd6-0b4222ccd185" providerId="ADAL" clId="{26EA543E-4D11-4955-A7C7-6D3A1C62CBCE}" dt="2026-01-10T21:01:47.949" v="977" actId="1076"/>
          <ac:picMkLst>
            <pc:docMk/>
            <pc:sldMk cId="729609147" sldId="265"/>
            <ac:picMk id="10" creationId="{23BBA2F8-2733-D52D-3A88-AE01E5730CB9}"/>
          </ac:picMkLst>
        </pc:picChg>
      </pc:sldChg>
      <pc:sldChg chg="addSp delSp modSp del mod ord">
        <pc:chgData name="MIRUNA-ALEXIA RUS" userId="f45650ca-0212-49c7-8cd6-0b4222ccd185" providerId="ADAL" clId="{26EA543E-4D11-4955-A7C7-6D3A1C62CBCE}" dt="2026-01-10T21:09:50.936" v="1138" actId="47"/>
        <pc:sldMkLst>
          <pc:docMk/>
          <pc:sldMk cId="643777997" sldId="266"/>
        </pc:sldMkLst>
        <pc:spChg chg="del">
          <ac:chgData name="MIRUNA-ALEXIA RUS" userId="f45650ca-0212-49c7-8cd6-0b4222ccd185" providerId="ADAL" clId="{26EA543E-4D11-4955-A7C7-6D3A1C62CBCE}" dt="2026-01-10T21:07:50.127" v="1079" actId="478"/>
          <ac:spMkLst>
            <pc:docMk/>
            <pc:sldMk cId="643777997" sldId="266"/>
            <ac:spMk id="2" creationId="{5D030A76-B788-B363-104E-266B7C7F7208}"/>
          </ac:spMkLst>
        </pc:spChg>
        <pc:spChg chg="del">
          <ac:chgData name="MIRUNA-ALEXIA RUS" userId="f45650ca-0212-49c7-8cd6-0b4222ccd185" providerId="ADAL" clId="{26EA543E-4D11-4955-A7C7-6D3A1C62CBCE}" dt="2026-01-10T21:07:39.254" v="1075" actId="478"/>
          <ac:spMkLst>
            <pc:docMk/>
            <pc:sldMk cId="643777997" sldId="266"/>
            <ac:spMk id="3" creationId="{05948542-FCE1-3AE6-C6C9-17975609DF70}"/>
          </ac:spMkLst>
        </pc:spChg>
        <pc:spChg chg="del">
          <ac:chgData name="MIRUNA-ALEXIA RUS" userId="f45650ca-0212-49c7-8cd6-0b4222ccd185" providerId="ADAL" clId="{26EA543E-4D11-4955-A7C7-6D3A1C62CBCE}" dt="2026-01-10T21:07:43.147" v="1077" actId="478"/>
          <ac:spMkLst>
            <pc:docMk/>
            <pc:sldMk cId="643777997" sldId="266"/>
            <ac:spMk id="4" creationId="{3EE67564-0457-E486-97D0-8109D2C97B3F}"/>
          </ac:spMkLst>
        </pc:spChg>
        <pc:spChg chg="add del mod">
          <ac:chgData name="MIRUNA-ALEXIA RUS" userId="f45650ca-0212-49c7-8cd6-0b4222ccd185" providerId="ADAL" clId="{26EA543E-4D11-4955-A7C7-6D3A1C62CBCE}" dt="2026-01-10T21:07:40.571" v="1076" actId="478"/>
          <ac:spMkLst>
            <pc:docMk/>
            <pc:sldMk cId="643777997" sldId="266"/>
            <ac:spMk id="6" creationId="{13598D18-7C8D-976F-8762-FFBC408EAE83}"/>
          </ac:spMkLst>
        </pc:spChg>
        <pc:spChg chg="add del mod">
          <ac:chgData name="MIRUNA-ALEXIA RUS" userId="f45650ca-0212-49c7-8cd6-0b4222ccd185" providerId="ADAL" clId="{26EA543E-4D11-4955-A7C7-6D3A1C62CBCE}" dt="2026-01-10T21:07:46.436" v="1078" actId="478"/>
          <ac:spMkLst>
            <pc:docMk/>
            <pc:sldMk cId="643777997" sldId="266"/>
            <ac:spMk id="8" creationId="{CA6841D6-4B7E-20F5-D94C-DEE9534973BF}"/>
          </ac:spMkLst>
        </pc:spChg>
        <pc:spChg chg="add del mod">
          <ac:chgData name="MIRUNA-ALEXIA RUS" userId="f45650ca-0212-49c7-8cd6-0b4222ccd185" providerId="ADAL" clId="{26EA543E-4D11-4955-A7C7-6D3A1C62CBCE}" dt="2026-01-10T21:07:51.773" v="1080" actId="478"/>
          <ac:spMkLst>
            <pc:docMk/>
            <pc:sldMk cId="643777997" sldId="266"/>
            <ac:spMk id="10" creationId="{6F7997CB-1D99-500C-CA78-7DD58BA5CFA1}"/>
          </ac:spMkLst>
        </pc:spChg>
        <pc:picChg chg="add mod">
          <ac:chgData name="MIRUNA-ALEXIA RUS" userId="f45650ca-0212-49c7-8cd6-0b4222ccd185" providerId="ADAL" clId="{26EA543E-4D11-4955-A7C7-6D3A1C62CBCE}" dt="2026-01-10T21:07:58.750" v="1084" actId="14100"/>
          <ac:picMkLst>
            <pc:docMk/>
            <pc:sldMk cId="643777997" sldId="266"/>
            <ac:picMk id="12" creationId="{BE9936DB-AA13-669E-9369-EA3604131A5B}"/>
          </ac:picMkLst>
        </pc:picChg>
      </pc:sldChg>
      <pc:sldChg chg="del">
        <pc:chgData name="MIRUNA-ALEXIA RUS" userId="f45650ca-0212-49c7-8cd6-0b4222ccd185" providerId="ADAL" clId="{26EA543E-4D11-4955-A7C7-6D3A1C62CBCE}" dt="2026-01-10T21:10:09.152" v="1140" actId="47"/>
        <pc:sldMkLst>
          <pc:docMk/>
          <pc:sldMk cId="3604630649" sldId="267"/>
        </pc:sldMkLst>
      </pc:sldChg>
      <pc:sldChg chg="del">
        <pc:chgData name="MIRUNA-ALEXIA RUS" userId="f45650ca-0212-49c7-8cd6-0b4222ccd185" providerId="ADAL" clId="{26EA543E-4D11-4955-A7C7-6D3A1C62CBCE}" dt="2026-01-10T21:10:06.997" v="1139" actId="47"/>
        <pc:sldMkLst>
          <pc:docMk/>
          <pc:sldMk cId="4259977132" sldId="268"/>
        </pc:sldMkLst>
      </pc:sldChg>
      <pc:sldChg chg="addSp delSp modSp mod setBg">
        <pc:chgData name="MIRUNA-ALEXIA RUS" userId="f45650ca-0212-49c7-8cd6-0b4222ccd185" providerId="ADAL" clId="{26EA543E-4D11-4955-A7C7-6D3A1C62CBCE}" dt="2026-01-10T21:02:44.186" v="985" actId="1076"/>
        <pc:sldMkLst>
          <pc:docMk/>
          <pc:sldMk cId="821088003" sldId="276"/>
        </pc:sldMkLst>
        <pc:spChg chg="mod">
          <ac:chgData name="MIRUNA-ALEXIA RUS" userId="f45650ca-0212-49c7-8cd6-0b4222ccd185" providerId="ADAL" clId="{26EA543E-4D11-4955-A7C7-6D3A1C62CBCE}" dt="2026-01-10T21:02:44.186" v="985" actId="1076"/>
          <ac:spMkLst>
            <pc:docMk/>
            <pc:sldMk cId="821088003" sldId="276"/>
            <ac:spMk id="3" creationId="{A0034E89-1952-5288-08A0-70A4A73BE39E}"/>
          </ac:spMkLst>
        </pc:spChg>
        <pc:spChg chg="add del mod">
          <ac:chgData name="MIRUNA-ALEXIA RUS" userId="f45650ca-0212-49c7-8cd6-0b4222ccd185" providerId="ADAL" clId="{26EA543E-4D11-4955-A7C7-6D3A1C62CBCE}" dt="2026-01-10T20:59:13.625" v="917" actId="26606"/>
          <ac:spMkLst>
            <pc:docMk/>
            <pc:sldMk cId="821088003" sldId="276"/>
            <ac:spMk id="4" creationId="{6BC85BDF-CB72-EE55-C97D-86A1B6EDC62F}"/>
          </ac:spMkLst>
        </pc:spChg>
        <pc:spChg chg="add">
          <ac:chgData name="MIRUNA-ALEXIA RUS" userId="f45650ca-0212-49c7-8cd6-0b4222ccd185" providerId="ADAL" clId="{26EA543E-4D11-4955-A7C7-6D3A1C62CBCE}" dt="2026-01-10T20:59:13.625" v="917" actId="26606"/>
          <ac:spMkLst>
            <pc:docMk/>
            <pc:sldMk cId="821088003" sldId="276"/>
            <ac:spMk id="25" creationId="{052B717E-679E-41A4-B95A-8F7DFAD3FA30}"/>
          </ac:spMkLst>
        </pc:spChg>
        <pc:spChg chg="add">
          <ac:chgData name="MIRUNA-ALEXIA RUS" userId="f45650ca-0212-49c7-8cd6-0b4222ccd185" providerId="ADAL" clId="{26EA543E-4D11-4955-A7C7-6D3A1C62CBCE}" dt="2026-01-10T20:59:13.625" v="917" actId="26606"/>
          <ac:spMkLst>
            <pc:docMk/>
            <pc:sldMk cId="821088003" sldId="276"/>
            <ac:spMk id="27" creationId="{0B0EB278-F8C7-43AD-BCE2-A2F4D98C499D}"/>
          </ac:spMkLst>
        </pc:spChg>
        <pc:picChg chg="add mod">
          <ac:chgData name="MIRUNA-ALEXIA RUS" userId="f45650ca-0212-49c7-8cd6-0b4222ccd185" providerId="ADAL" clId="{26EA543E-4D11-4955-A7C7-6D3A1C62CBCE}" dt="2026-01-10T21:00:02.417" v="924" actId="1076"/>
          <ac:picMkLst>
            <pc:docMk/>
            <pc:sldMk cId="821088003" sldId="276"/>
            <ac:picMk id="6" creationId="{76317136-BD58-EBC9-2332-DFE81F00EA56}"/>
          </ac:picMkLst>
        </pc:picChg>
        <pc:picChg chg="del">
          <ac:chgData name="MIRUNA-ALEXIA RUS" userId="f45650ca-0212-49c7-8cd6-0b4222ccd185" providerId="ADAL" clId="{26EA543E-4D11-4955-A7C7-6D3A1C62CBCE}" dt="2026-01-10T20:58:46.019" v="914" actId="478"/>
          <ac:picMkLst>
            <pc:docMk/>
            <pc:sldMk cId="821088003" sldId="276"/>
            <ac:picMk id="17" creationId="{4D6EE8D1-247A-B95F-BD1A-A2D76964CF34}"/>
          </ac:picMkLst>
        </pc:picChg>
        <pc:cxnChg chg="add">
          <ac:chgData name="MIRUNA-ALEXIA RUS" userId="f45650ca-0212-49c7-8cd6-0b4222ccd185" providerId="ADAL" clId="{26EA543E-4D11-4955-A7C7-6D3A1C62CBCE}" dt="2026-01-10T20:59:13.625" v="917" actId="26606"/>
          <ac:cxnSpMkLst>
            <pc:docMk/>
            <pc:sldMk cId="821088003" sldId="276"/>
            <ac:cxnSpMk id="8" creationId="{A515E2ED-7EA9-448D-83FA-54C3DF9723BD}"/>
          </ac:cxnSpMkLst>
        </pc:cxnChg>
        <pc:cxnChg chg="add">
          <ac:chgData name="MIRUNA-ALEXIA RUS" userId="f45650ca-0212-49c7-8cd6-0b4222ccd185" providerId="ADAL" clId="{26EA543E-4D11-4955-A7C7-6D3A1C62CBCE}" dt="2026-01-10T20:59:13.625" v="917" actId="26606"/>
          <ac:cxnSpMkLst>
            <pc:docMk/>
            <pc:sldMk cId="821088003" sldId="276"/>
            <ac:cxnSpMk id="13" creationId="{DC1E3AB1-2A8C-4607-9FAE-D8BDB280FE1A}"/>
          </ac:cxnSpMkLst>
        </pc:cxnChg>
        <pc:cxnChg chg="add">
          <ac:chgData name="MIRUNA-ALEXIA RUS" userId="f45650ca-0212-49c7-8cd6-0b4222ccd185" providerId="ADAL" clId="{26EA543E-4D11-4955-A7C7-6D3A1C62CBCE}" dt="2026-01-10T20:59:13.625" v="917" actId="26606"/>
          <ac:cxnSpMkLst>
            <pc:docMk/>
            <pc:sldMk cId="821088003" sldId="276"/>
            <ac:cxnSpMk id="23" creationId="{8550A431-0B61-421B-B4B7-24C0CFF0F938}"/>
          </ac:cxnSpMkLst>
        </pc:cxnChg>
        <pc:cxnChg chg="add">
          <ac:chgData name="MIRUNA-ALEXIA RUS" userId="f45650ca-0212-49c7-8cd6-0b4222ccd185" providerId="ADAL" clId="{26EA543E-4D11-4955-A7C7-6D3A1C62CBCE}" dt="2026-01-10T20:59:13.625" v="917" actId="26606"/>
          <ac:cxnSpMkLst>
            <pc:docMk/>
            <pc:sldMk cId="821088003" sldId="276"/>
            <ac:cxnSpMk id="29" creationId="{50A7A0AD-25ED-4137-AA04-A0E36CAA8E4A}"/>
          </ac:cxnSpMkLst>
        </pc:cxnChg>
        <pc:cxnChg chg="add">
          <ac:chgData name="MIRUNA-ALEXIA RUS" userId="f45650ca-0212-49c7-8cd6-0b4222ccd185" providerId="ADAL" clId="{26EA543E-4D11-4955-A7C7-6D3A1C62CBCE}" dt="2026-01-10T20:59:13.625" v="917" actId="26606"/>
          <ac:cxnSpMkLst>
            <pc:docMk/>
            <pc:sldMk cId="821088003" sldId="276"/>
            <ac:cxnSpMk id="33" creationId="{99F97BBF-9EBF-4BEE-B39C-E6C666941D8D}"/>
          </ac:cxnSpMkLst>
        </pc:cxnChg>
      </pc:sldChg>
      <pc:sldChg chg="addSp delSp modSp mod ord setBg">
        <pc:chgData name="MIRUNA-ALEXIA RUS" userId="f45650ca-0212-49c7-8cd6-0b4222ccd185" providerId="ADAL" clId="{26EA543E-4D11-4955-A7C7-6D3A1C62CBCE}" dt="2026-01-10T20:51:34.007" v="863" actId="20577"/>
        <pc:sldMkLst>
          <pc:docMk/>
          <pc:sldMk cId="4242039281" sldId="283"/>
        </pc:sldMkLst>
        <pc:spChg chg="mod">
          <ac:chgData name="MIRUNA-ALEXIA RUS" userId="f45650ca-0212-49c7-8cd6-0b4222ccd185" providerId="ADAL" clId="{26EA543E-4D11-4955-A7C7-6D3A1C62CBCE}" dt="2026-01-10T20:17:18.669" v="715" actId="255"/>
          <ac:spMkLst>
            <pc:docMk/>
            <pc:sldMk cId="4242039281" sldId="283"/>
            <ac:spMk id="2" creationId="{954ABE40-AA00-F366-A36A-B3F1AADBF025}"/>
          </ac:spMkLst>
        </pc:spChg>
        <pc:spChg chg="del mod">
          <ac:chgData name="MIRUNA-ALEXIA RUS" userId="f45650ca-0212-49c7-8cd6-0b4222ccd185" providerId="ADAL" clId="{26EA543E-4D11-4955-A7C7-6D3A1C62CBCE}" dt="2026-01-10T19:49:12.385" v="158" actId="478"/>
          <ac:spMkLst>
            <pc:docMk/>
            <pc:sldMk cId="4242039281" sldId="283"/>
            <ac:spMk id="3" creationId="{72446868-83F0-CEEF-5E60-6D55C93B523F}"/>
          </ac:spMkLst>
        </pc:spChg>
        <pc:spChg chg="add mod ord">
          <ac:chgData name="MIRUNA-ALEXIA RUS" userId="f45650ca-0212-49c7-8cd6-0b4222ccd185" providerId="ADAL" clId="{26EA543E-4D11-4955-A7C7-6D3A1C62CBCE}" dt="2026-01-10T20:51:34.007" v="863" actId="20577"/>
          <ac:spMkLst>
            <pc:docMk/>
            <pc:sldMk cId="4242039281" sldId="283"/>
            <ac:spMk id="4" creationId="{0879344F-BB0B-3DAB-B947-122A6DAA5E0F}"/>
          </ac:spMkLst>
        </pc:spChg>
        <pc:spChg chg="add del mod">
          <ac:chgData name="MIRUNA-ALEXIA RUS" userId="f45650ca-0212-49c7-8cd6-0b4222ccd185" providerId="ADAL" clId="{26EA543E-4D11-4955-A7C7-6D3A1C62CBCE}" dt="2026-01-10T19:49:13.840" v="159" actId="478"/>
          <ac:spMkLst>
            <pc:docMk/>
            <pc:sldMk cId="4242039281" sldId="283"/>
            <ac:spMk id="6" creationId="{3F232685-75E3-80C0-FCB3-C477A2F6945D}"/>
          </ac:spMkLst>
        </pc:spChg>
        <pc:spChg chg="add del mod">
          <ac:chgData name="MIRUNA-ALEXIA RUS" userId="f45650ca-0212-49c7-8cd6-0b4222ccd185" providerId="ADAL" clId="{26EA543E-4D11-4955-A7C7-6D3A1C62CBCE}" dt="2026-01-10T20:17:05.547" v="710" actId="26606"/>
          <ac:spMkLst>
            <pc:docMk/>
            <pc:sldMk cId="4242039281" sldId="283"/>
            <ac:spMk id="8" creationId="{D12A97E6-3DED-C3F2-E8AA-DA02802A2C59}"/>
          </ac:spMkLst>
        </pc:spChg>
        <pc:spChg chg="add del">
          <ac:chgData name="MIRUNA-ALEXIA RUS" userId="f45650ca-0212-49c7-8cd6-0b4222ccd185" providerId="ADAL" clId="{26EA543E-4D11-4955-A7C7-6D3A1C62CBCE}" dt="2026-01-10T20:17:05.547" v="710" actId="26606"/>
          <ac:spMkLst>
            <pc:docMk/>
            <pc:sldMk cId="4242039281" sldId="283"/>
            <ac:spMk id="29" creationId="{F8222250-799A-4AD0-9BD1-BE6EB7A06AD0}"/>
          </ac:spMkLst>
        </pc:spChg>
        <pc:spChg chg="add del">
          <ac:chgData name="MIRUNA-ALEXIA RUS" userId="f45650ca-0212-49c7-8cd6-0b4222ccd185" providerId="ADAL" clId="{26EA543E-4D11-4955-A7C7-6D3A1C62CBCE}" dt="2026-01-10T20:17:05.547" v="710" actId="26606"/>
          <ac:spMkLst>
            <pc:docMk/>
            <pc:sldMk cId="4242039281" sldId="283"/>
            <ac:spMk id="31" creationId="{B770432A-C0A6-4D4F-AE2C-705049DAB85F}"/>
          </ac:spMkLst>
        </pc:spChg>
        <pc:picChg chg="add del mod">
          <ac:chgData name="MIRUNA-ALEXIA RUS" userId="f45650ca-0212-49c7-8cd6-0b4222ccd185" providerId="ADAL" clId="{26EA543E-4D11-4955-A7C7-6D3A1C62CBCE}" dt="2026-01-10T20:17:05.547" v="710" actId="26606"/>
          <ac:picMkLst>
            <pc:docMk/>
            <pc:sldMk cId="4242039281" sldId="283"/>
            <ac:picMk id="10" creationId="{6CB01F0E-A2AF-16F5-D69F-BD909738C863}"/>
          </ac:picMkLst>
        </pc:picChg>
        <pc:picChg chg="del">
          <ac:chgData name="MIRUNA-ALEXIA RUS" userId="f45650ca-0212-49c7-8cd6-0b4222ccd185" providerId="ADAL" clId="{26EA543E-4D11-4955-A7C7-6D3A1C62CBCE}" dt="2026-01-10T20:16:11.159" v="700" actId="478"/>
          <ac:picMkLst>
            <pc:docMk/>
            <pc:sldMk cId="4242039281" sldId="283"/>
            <ac:picMk id="43" creationId="{9100BC91-12A3-DE75-3F38-9C17D39DC5E7}"/>
          </ac:picMkLst>
        </pc:picChg>
        <pc:cxnChg chg="add">
          <ac:chgData name="MIRUNA-ALEXIA RUS" userId="f45650ca-0212-49c7-8cd6-0b4222ccd185" providerId="ADAL" clId="{26EA543E-4D11-4955-A7C7-6D3A1C62CBCE}" dt="2026-01-10T20:17:05.547" v="710" actId="26606"/>
          <ac:cxnSpMkLst>
            <pc:docMk/>
            <pc:sldMk cId="4242039281" sldId="283"/>
            <ac:cxnSpMk id="15" creationId="{4436E0F2-A64B-471E-93C0-8DFE08CC57C8}"/>
          </ac:cxnSpMkLst>
        </pc:cxnChg>
        <pc:cxnChg chg="add del">
          <ac:chgData name="MIRUNA-ALEXIA RUS" userId="f45650ca-0212-49c7-8cd6-0b4222ccd185" providerId="ADAL" clId="{26EA543E-4D11-4955-A7C7-6D3A1C62CBCE}" dt="2026-01-10T20:17:05.547" v="710" actId="26606"/>
          <ac:cxnSpMkLst>
            <pc:docMk/>
            <pc:sldMk cId="4242039281" sldId="283"/>
            <ac:cxnSpMk id="21" creationId="{A515E2ED-7EA9-448D-83FA-54C3DF9723BD}"/>
          </ac:cxnSpMkLst>
        </pc:cxnChg>
        <pc:cxnChg chg="del">
          <ac:chgData name="MIRUNA-ALEXIA RUS" userId="f45650ca-0212-49c7-8cd6-0b4222ccd185" providerId="ADAL" clId="{26EA543E-4D11-4955-A7C7-6D3A1C62CBCE}" dt="2026-01-10T20:16:57.543" v="707" actId="26606"/>
          <ac:cxnSpMkLst>
            <pc:docMk/>
            <pc:sldMk cId="4242039281" sldId="283"/>
            <ac:cxnSpMk id="23" creationId="{20595356-EABD-4767-AC9D-EA21FF115EC0}"/>
          </ac:cxnSpMkLst>
        </pc:cxnChg>
        <pc:cxnChg chg="add del">
          <ac:chgData name="MIRUNA-ALEXIA RUS" userId="f45650ca-0212-49c7-8cd6-0b4222ccd185" providerId="ADAL" clId="{26EA543E-4D11-4955-A7C7-6D3A1C62CBCE}" dt="2026-01-10T20:17:05.547" v="710" actId="26606"/>
          <ac:cxnSpMkLst>
            <pc:docMk/>
            <pc:sldMk cId="4242039281" sldId="283"/>
            <ac:cxnSpMk id="25" creationId="{28CD9F06-9628-469C-B788-A894E3E08281}"/>
          </ac:cxnSpMkLst>
        </pc:cxnChg>
        <pc:cxnChg chg="add del">
          <ac:chgData name="MIRUNA-ALEXIA RUS" userId="f45650ca-0212-49c7-8cd6-0b4222ccd185" providerId="ADAL" clId="{26EA543E-4D11-4955-A7C7-6D3A1C62CBCE}" dt="2026-01-10T20:17:05.547" v="710" actId="26606"/>
          <ac:cxnSpMkLst>
            <pc:docMk/>
            <pc:sldMk cId="4242039281" sldId="283"/>
            <ac:cxnSpMk id="33" creationId="{78FBE787-8B1D-40E5-8468-6F665BB5D7CB}"/>
          </ac:cxnSpMkLst>
        </pc:cxnChg>
      </pc:sldChg>
      <pc:sldChg chg="addSp delSp modSp mod ord">
        <pc:chgData name="MIRUNA-ALEXIA RUS" userId="f45650ca-0212-49c7-8cd6-0b4222ccd185" providerId="ADAL" clId="{26EA543E-4D11-4955-A7C7-6D3A1C62CBCE}" dt="2026-01-10T21:03:53.823" v="997" actId="1076"/>
        <pc:sldMkLst>
          <pc:docMk/>
          <pc:sldMk cId="1038351183" sldId="288"/>
        </pc:sldMkLst>
        <pc:spChg chg="del">
          <ac:chgData name="MIRUNA-ALEXIA RUS" userId="f45650ca-0212-49c7-8cd6-0b4222ccd185" providerId="ADAL" clId="{26EA543E-4D11-4955-A7C7-6D3A1C62CBCE}" dt="2026-01-10T20:09:49.865" v="463" actId="478"/>
          <ac:spMkLst>
            <pc:docMk/>
            <pc:sldMk cId="1038351183" sldId="288"/>
            <ac:spMk id="3" creationId="{9BEA8735-F1DC-1DE6-0A38-429B2F660F8A}"/>
          </ac:spMkLst>
        </pc:spChg>
        <pc:spChg chg="add del mod">
          <ac:chgData name="MIRUNA-ALEXIA RUS" userId="f45650ca-0212-49c7-8cd6-0b4222ccd185" providerId="ADAL" clId="{26EA543E-4D11-4955-A7C7-6D3A1C62CBCE}" dt="2026-01-10T20:09:51.897" v="464" actId="478"/>
          <ac:spMkLst>
            <pc:docMk/>
            <pc:sldMk cId="1038351183" sldId="288"/>
            <ac:spMk id="5" creationId="{3FD38CC7-6946-170C-FF99-747B298E985B}"/>
          </ac:spMkLst>
        </pc:spChg>
        <pc:spChg chg="add mod">
          <ac:chgData name="MIRUNA-ALEXIA RUS" userId="f45650ca-0212-49c7-8cd6-0b4222ccd185" providerId="ADAL" clId="{26EA543E-4D11-4955-A7C7-6D3A1C62CBCE}" dt="2026-01-10T21:03:44.732" v="996" actId="1076"/>
          <ac:spMkLst>
            <pc:docMk/>
            <pc:sldMk cId="1038351183" sldId="288"/>
            <ac:spMk id="6" creationId="{7121A3B8-097E-5622-19C4-7A9FB6CC3CBC}"/>
          </ac:spMkLst>
        </pc:spChg>
        <pc:spChg chg="add del mod">
          <ac:chgData name="MIRUNA-ALEXIA RUS" userId="f45650ca-0212-49c7-8cd6-0b4222ccd185" providerId="ADAL" clId="{26EA543E-4D11-4955-A7C7-6D3A1C62CBCE}" dt="2026-01-10T21:03:53.823" v="997" actId="1076"/>
          <ac:spMkLst>
            <pc:docMk/>
            <pc:sldMk cId="1038351183" sldId="288"/>
            <ac:spMk id="7" creationId="{B6957386-C0BA-FD26-1F42-02A0CEE0495E}"/>
          </ac:spMkLst>
        </pc:spChg>
        <pc:spChg chg="add del mod">
          <ac:chgData name="MIRUNA-ALEXIA RUS" userId="f45650ca-0212-49c7-8cd6-0b4222ccd185" providerId="ADAL" clId="{26EA543E-4D11-4955-A7C7-6D3A1C62CBCE}" dt="2026-01-10T21:03:29.137" v="994" actId="478"/>
          <ac:spMkLst>
            <pc:docMk/>
            <pc:sldMk cId="1038351183" sldId="288"/>
            <ac:spMk id="9" creationId="{F9BE0817-8B75-3D57-EAEB-04945024053D}"/>
          </ac:spMkLst>
        </pc:spChg>
        <pc:graphicFrameChg chg="add del">
          <ac:chgData name="MIRUNA-ALEXIA RUS" userId="f45650ca-0212-49c7-8cd6-0b4222ccd185" providerId="ADAL" clId="{26EA543E-4D11-4955-A7C7-6D3A1C62CBCE}" dt="2026-01-10T20:23:03.748" v="733" actId="26606"/>
          <ac:graphicFrameMkLst>
            <pc:docMk/>
            <pc:sldMk cId="1038351183" sldId="288"/>
            <ac:graphicFrameMk id="15" creationId="{9C019AA5-ABDE-0FDF-B398-213B0D9644BF}"/>
          </ac:graphicFrameMkLst>
        </pc:graphicFrameChg>
        <pc:graphicFrameChg chg="add del">
          <ac:chgData name="MIRUNA-ALEXIA RUS" userId="f45650ca-0212-49c7-8cd6-0b4222ccd185" providerId="ADAL" clId="{26EA543E-4D11-4955-A7C7-6D3A1C62CBCE}" dt="2026-01-10T20:23:04.512" v="735" actId="26606"/>
          <ac:graphicFrameMkLst>
            <pc:docMk/>
            <pc:sldMk cId="1038351183" sldId="288"/>
            <ac:graphicFrameMk id="17" creationId="{D5A28F5C-8ACA-47A1-88E1-CC26A6ADCB17}"/>
          </ac:graphicFrameMkLst>
        </pc:graphicFrameChg>
        <pc:graphicFrameChg chg="add del">
          <ac:chgData name="MIRUNA-ALEXIA RUS" userId="f45650ca-0212-49c7-8cd6-0b4222ccd185" providerId="ADAL" clId="{26EA543E-4D11-4955-A7C7-6D3A1C62CBCE}" dt="2026-01-10T20:23:06.090" v="737" actId="26606"/>
          <ac:graphicFrameMkLst>
            <pc:docMk/>
            <pc:sldMk cId="1038351183" sldId="288"/>
            <ac:graphicFrameMk id="19" creationId="{80045840-8056-8E8C-E758-869920542B5A}"/>
          </ac:graphicFrameMkLst>
        </pc:graphicFrameChg>
        <pc:graphicFrameChg chg="add del">
          <ac:chgData name="MIRUNA-ALEXIA RUS" userId="f45650ca-0212-49c7-8cd6-0b4222ccd185" providerId="ADAL" clId="{26EA543E-4D11-4955-A7C7-6D3A1C62CBCE}" dt="2026-01-10T20:23:11.190" v="739" actId="26606"/>
          <ac:graphicFrameMkLst>
            <pc:docMk/>
            <pc:sldMk cId="1038351183" sldId="288"/>
            <ac:graphicFrameMk id="21" creationId="{AD2A61C0-D6ED-9F6E-B6EE-591828D27DC6}"/>
          </ac:graphicFrameMkLst>
        </pc:graphicFrameChg>
        <pc:picChg chg="add mod">
          <ac:chgData name="MIRUNA-ALEXIA RUS" userId="f45650ca-0212-49c7-8cd6-0b4222ccd185" providerId="ADAL" clId="{26EA543E-4D11-4955-A7C7-6D3A1C62CBCE}" dt="2026-01-10T20:23:26.933" v="749" actId="1440"/>
          <ac:picMkLst>
            <pc:docMk/>
            <pc:sldMk cId="1038351183" sldId="288"/>
            <ac:picMk id="11" creationId="{3F0436CB-8E4D-3E2B-2C83-69C2033EC1FE}"/>
          </ac:picMkLst>
        </pc:picChg>
        <pc:picChg chg="add mod">
          <ac:chgData name="MIRUNA-ALEXIA RUS" userId="f45650ca-0212-49c7-8cd6-0b4222ccd185" providerId="ADAL" clId="{26EA543E-4D11-4955-A7C7-6D3A1C62CBCE}" dt="2026-01-10T20:24:11.824" v="755" actId="1076"/>
          <ac:picMkLst>
            <pc:docMk/>
            <pc:sldMk cId="1038351183" sldId="288"/>
            <ac:picMk id="13" creationId="{D24D2812-2E1E-E11A-A55C-C180985319F2}"/>
          </ac:picMkLst>
        </pc:picChg>
        <pc:picChg chg="del">
          <ac:chgData name="MIRUNA-ALEXIA RUS" userId="f45650ca-0212-49c7-8cd6-0b4222ccd185" providerId="ADAL" clId="{26EA543E-4D11-4955-A7C7-6D3A1C62CBCE}" dt="2026-01-10T20:20:55.450" v="722" actId="478"/>
          <ac:picMkLst>
            <pc:docMk/>
            <pc:sldMk cId="1038351183" sldId="288"/>
            <ac:picMk id="25" creationId="{086C9520-C924-5732-CC82-F0C4A533D4E2}"/>
          </ac:picMkLst>
        </pc:picChg>
      </pc:sldChg>
      <pc:sldChg chg="addSp delSp modSp mod setBg">
        <pc:chgData name="MIRUNA-ALEXIA RUS" userId="f45650ca-0212-49c7-8cd6-0b4222ccd185" providerId="ADAL" clId="{26EA543E-4D11-4955-A7C7-6D3A1C62CBCE}" dt="2026-01-10T21:20:05.892" v="1259" actId="1076"/>
        <pc:sldMkLst>
          <pc:docMk/>
          <pc:sldMk cId="3078994387" sldId="289"/>
        </pc:sldMkLst>
        <pc:spChg chg="add del mod">
          <ac:chgData name="MIRUNA-ALEXIA RUS" userId="f45650ca-0212-49c7-8cd6-0b4222ccd185" providerId="ADAL" clId="{26EA543E-4D11-4955-A7C7-6D3A1C62CBCE}" dt="2026-01-10T19:43:26.444" v="10"/>
          <ac:spMkLst>
            <pc:docMk/>
            <pc:sldMk cId="3078994387" sldId="289"/>
            <ac:spMk id="2" creationId="{9479C76A-F6DD-E111-1161-46EBFED92A5C}"/>
          </ac:spMkLst>
        </pc:spChg>
        <pc:spChg chg="add mod ord">
          <ac:chgData name="MIRUNA-ALEXIA RUS" userId="f45650ca-0212-49c7-8cd6-0b4222ccd185" providerId="ADAL" clId="{26EA543E-4D11-4955-A7C7-6D3A1C62CBCE}" dt="2026-01-10T21:19:30.458" v="1248" actId="14100"/>
          <ac:spMkLst>
            <pc:docMk/>
            <pc:sldMk cId="3078994387" sldId="289"/>
            <ac:spMk id="3" creationId="{1907E5C2-62D6-5F43-085B-0CAC72933DF3}"/>
          </ac:spMkLst>
        </pc:spChg>
        <pc:spChg chg="add del mod">
          <ac:chgData name="MIRUNA-ALEXIA RUS" userId="f45650ca-0212-49c7-8cd6-0b4222ccd185" providerId="ADAL" clId="{26EA543E-4D11-4955-A7C7-6D3A1C62CBCE}" dt="2026-01-10T19:44:47.258" v="16" actId="478"/>
          <ac:spMkLst>
            <pc:docMk/>
            <pc:sldMk cId="3078994387" sldId="289"/>
            <ac:spMk id="5" creationId="{F74D93B3-ECEF-A1A1-75E9-ED411801A434}"/>
          </ac:spMkLst>
        </pc:spChg>
        <pc:spChg chg="mod">
          <ac:chgData name="MIRUNA-ALEXIA RUS" userId="f45650ca-0212-49c7-8cd6-0b4222ccd185" providerId="ADAL" clId="{26EA543E-4D11-4955-A7C7-6D3A1C62CBCE}" dt="2026-01-10T21:20:05.892" v="1259" actId="1076"/>
          <ac:spMkLst>
            <pc:docMk/>
            <pc:sldMk cId="3078994387" sldId="289"/>
            <ac:spMk id="9" creationId="{6FEC93CF-2672-7D78-F278-58C5E012E0DF}"/>
          </ac:spMkLst>
        </pc:spChg>
        <pc:spChg chg="add del mod">
          <ac:chgData name="MIRUNA-ALEXIA RUS" userId="f45650ca-0212-49c7-8cd6-0b4222ccd185" providerId="ADAL" clId="{26EA543E-4D11-4955-A7C7-6D3A1C62CBCE}" dt="2026-01-10T21:17:08.009" v="1218" actId="478"/>
          <ac:spMkLst>
            <pc:docMk/>
            <pc:sldMk cId="3078994387" sldId="289"/>
            <ac:spMk id="11" creationId="{B4CE8FD4-66AF-3540-50E8-96294BF05628}"/>
          </ac:spMkLst>
        </pc:spChg>
        <pc:spChg chg="add del mod">
          <ac:chgData name="MIRUNA-ALEXIA RUS" userId="f45650ca-0212-49c7-8cd6-0b4222ccd185" providerId="ADAL" clId="{26EA543E-4D11-4955-A7C7-6D3A1C62CBCE}" dt="2026-01-10T21:17:41.879" v="1226" actId="478"/>
          <ac:spMkLst>
            <pc:docMk/>
            <pc:sldMk cId="3078994387" sldId="289"/>
            <ac:spMk id="17" creationId="{0FBFA334-E07D-E537-11EC-480BDB0E5E18}"/>
          </ac:spMkLst>
        </pc:spChg>
        <pc:spChg chg="add">
          <ac:chgData name="MIRUNA-ALEXIA RUS" userId="f45650ca-0212-49c7-8cd6-0b4222ccd185" providerId="ADAL" clId="{26EA543E-4D11-4955-A7C7-6D3A1C62CBCE}" dt="2026-01-10T21:18:58.615" v="1241" actId="26606"/>
          <ac:spMkLst>
            <pc:docMk/>
            <pc:sldMk cId="3078994387" sldId="289"/>
            <ac:spMk id="34" creationId="{F8222250-799A-4AD0-9BD1-BE6EB7A06AD0}"/>
          </ac:spMkLst>
        </pc:spChg>
        <pc:spChg chg="add">
          <ac:chgData name="MIRUNA-ALEXIA RUS" userId="f45650ca-0212-49c7-8cd6-0b4222ccd185" providerId="ADAL" clId="{26EA543E-4D11-4955-A7C7-6D3A1C62CBCE}" dt="2026-01-10T21:18:58.615" v="1241" actId="26606"/>
          <ac:spMkLst>
            <pc:docMk/>
            <pc:sldMk cId="3078994387" sldId="289"/>
            <ac:spMk id="36" creationId="{B770432A-C0A6-4D4F-AE2C-705049DAB85F}"/>
          </ac:spMkLst>
        </pc:spChg>
        <pc:picChg chg="add del mod">
          <ac:chgData name="MIRUNA-ALEXIA RUS" userId="f45650ca-0212-49c7-8cd6-0b4222ccd185" providerId="ADAL" clId="{26EA543E-4D11-4955-A7C7-6D3A1C62CBCE}" dt="2026-01-10T21:17:14.488" v="1220" actId="478"/>
          <ac:picMkLst>
            <pc:docMk/>
            <pc:sldMk cId="3078994387" sldId="289"/>
            <ac:picMk id="7" creationId="{ED21B7CD-3D69-26B5-8A0B-52A19A6B0A26}"/>
          </ac:picMkLst>
        </pc:picChg>
        <pc:picChg chg="add del mod ord">
          <ac:chgData name="MIRUNA-ALEXIA RUS" userId="f45650ca-0212-49c7-8cd6-0b4222ccd185" providerId="ADAL" clId="{26EA543E-4D11-4955-A7C7-6D3A1C62CBCE}" dt="2026-01-10T19:44:46.322" v="15" actId="22"/>
          <ac:picMkLst>
            <pc:docMk/>
            <pc:sldMk cId="3078994387" sldId="289"/>
            <ac:picMk id="8" creationId="{56A5A83C-2903-08CB-1243-F1244D6D5930}"/>
          </ac:picMkLst>
        </pc:picChg>
        <pc:picChg chg="add del mod">
          <ac:chgData name="MIRUNA-ALEXIA RUS" userId="f45650ca-0212-49c7-8cd6-0b4222ccd185" providerId="ADAL" clId="{26EA543E-4D11-4955-A7C7-6D3A1C62CBCE}" dt="2026-01-10T21:17:06.058" v="1217" actId="22"/>
          <ac:picMkLst>
            <pc:docMk/>
            <pc:sldMk cId="3078994387" sldId="289"/>
            <ac:picMk id="13" creationId="{6FDD5699-DA9D-5867-1511-27A9E67C8D32}"/>
          </ac:picMkLst>
        </pc:picChg>
        <pc:picChg chg="add mod">
          <ac:chgData name="MIRUNA-ALEXIA RUS" userId="f45650ca-0212-49c7-8cd6-0b4222ccd185" providerId="ADAL" clId="{26EA543E-4D11-4955-A7C7-6D3A1C62CBCE}" dt="2026-01-10T21:18:58.615" v="1241" actId="26606"/>
          <ac:picMkLst>
            <pc:docMk/>
            <pc:sldMk cId="3078994387" sldId="289"/>
            <ac:picMk id="15" creationId="{8CD6F49D-C9AC-8876-A2E3-A9C299E67593}"/>
          </ac:picMkLst>
        </pc:picChg>
        <pc:cxnChg chg="add">
          <ac:chgData name="MIRUNA-ALEXIA RUS" userId="f45650ca-0212-49c7-8cd6-0b4222ccd185" providerId="ADAL" clId="{26EA543E-4D11-4955-A7C7-6D3A1C62CBCE}" dt="2026-01-10T21:18:58.615" v="1241" actId="26606"/>
          <ac:cxnSpMkLst>
            <pc:docMk/>
            <pc:sldMk cId="3078994387" sldId="289"/>
            <ac:cxnSpMk id="20" creationId="{4436E0F2-A64B-471E-93C0-8DFE08CC57C8}"/>
          </ac:cxnSpMkLst>
        </pc:cxnChg>
        <pc:cxnChg chg="add">
          <ac:chgData name="MIRUNA-ALEXIA RUS" userId="f45650ca-0212-49c7-8cd6-0b4222ccd185" providerId="ADAL" clId="{26EA543E-4D11-4955-A7C7-6D3A1C62CBCE}" dt="2026-01-10T21:18:58.615" v="1241" actId="26606"/>
          <ac:cxnSpMkLst>
            <pc:docMk/>
            <pc:sldMk cId="3078994387" sldId="289"/>
            <ac:cxnSpMk id="22" creationId="{DC1E3AB1-2A8C-4607-9FAE-D8BDB280FE1A}"/>
          </ac:cxnSpMkLst>
        </pc:cxnChg>
        <pc:cxnChg chg="add">
          <ac:chgData name="MIRUNA-ALEXIA RUS" userId="f45650ca-0212-49c7-8cd6-0b4222ccd185" providerId="ADAL" clId="{26EA543E-4D11-4955-A7C7-6D3A1C62CBCE}" dt="2026-01-10T21:18:58.615" v="1241" actId="26606"/>
          <ac:cxnSpMkLst>
            <pc:docMk/>
            <pc:sldMk cId="3078994387" sldId="289"/>
            <ac:cxnSpMk id="28" creationId="{20595356-EABD-4767-AC9D-EA21FF115EC0}"/>
          </ac:cxnSpMkLst>
        </pc:cxnChg>
        <pc:cxnChg chg="add">
          <ac:chgData name="MIRUNA-ALEXIA RUS" userId="f45650ca-0212-49c7-8cd6-0b4222ccd185" providerId="ADAL" clId="{26EA543E-4D11-4955-A7C7-6D3A1C62CBCE}" dt="2026-01-10T21:18:58.615" v="1241" actId="26606"/>
          <ac:cxnSpMkLst>
            <pc:docMk/>
            <pc:sldMk cId="3078994387" sldId="289"/>
            <ac:cxnSpMk id="32" creationId="{8550A431-0B61-421B-B4B7-24C0CFF0F938}"/>
          </ac:cxnSpMkLst>
        </pc:cxnChg>
        <pc:cxnChg chg="add">
          <ac:chgData name="MIRUNA-ALEXIA RUS" userId="f45650ca-0212-49c7-8cd6-0b4222ccd185" providerId="ADAL" clId="{26EA543E-4D11-4955-A7C7-6D3A1C62CBCE}" dt="2026-01-10T21:18:58.615" v="1241" actId="26606"/>
          <ac:cxnSpMkLst>
            <pc:docMk/>
            <pc:sldMk cId="3078994387" sldId="289"/>
            <ac:cxnSpMk id="38" creationId="{78FBE787-8B1D-40E5-8468-6F665BB5D7CB}"/>
          </ac:cxnSpMkLst>
        </pc:cxnChg>
      </pc:sldChg>
      <pc:sldMasterChg chg="delSldLayout">
        <pc:chgData name="MIRUNA-ALEXIA RUS" userId="f45650ca-0212-49c7-8cd6-0b4222ccd185" providerId="ADAL" clId="{26EA543E-4D11-4955-A7C7-6D3A1C62CBCE}" dt="2026-01-10T21:13:42.281" v="1175" actId="47"/>
        <pc:sldMasterMkLst>
          <pc:docMk/>
          <pc:sldMasterMk cId="1556065105" sldId="2147483667"/>
        </pc:sldMasterMkLst>
        <pc:sldLayoutChg chg="del">
          <pc:chgData name="MIRUNA-ALEXIA RUS" userId="f45650ca-0212-49c7-8cd6-0b4222ccd185" providerId="ADAL" clId="{26EA543E-4D11-4955-A7C7-6D3A1C62CBCE}" dt="2026-01-10T21:13:42.281" v="1175" actId="47"/>
          <pc:sldLayoutMkLst>
            <pc:docMk/>
            <pc:sldMasterMk cId="1556065105" sldId="2147483667"/>
            <pc:sldLayoutMk cId="1535595500" sldId="2147483684"/>
          </pc:sldLayoutMkLst>
        </pc:sldLayoutChg>
        <pc:sldLayoutChg chg="del">
          <pc:chgData name="MIRUNA-ALEXIA RUS" userId="f45650ca-0212-49c7-8cd6-0b4222ccd185" providerId="ADAL" clId="{26EA543E-4D11-4955-A7C7-6D3A1C62CBCE}" dt="2026-01-10T21:10:06.997" v="1139" actId="47"/>
          <pc:sldLayoutMkLst>
            <pc:docMk/>
            <pc:sldMasterMk cId="1556065105" sldId="2147483667"/>
            <pc:sldLayoutMk cId="177422774" sldId="2147483688"/>
          </pc:sldLayoutMkLst>
        </pc:sldLayoutChg>
        <pc:sldLayoutChg chg="del">
          <pc:chgData name="MIRUNA-ALEXIA RUS" userId="f45650ca-0212-49c7-8cd6-0b4222ccd185" providerId="ADAL" clId="{26EA543E-4D11-4955-A7C7-6D3A1C62CBCE}" dt="2026-01-10T21:09:50.936" v="1138" actId="47"/>
          <pc:sldLayoutMkLst>
            <pc:docMk/>
            <pc:sldMasterMk cId="1556065105" sldId="2147483667"/>
            <pc:sldLayoutMk cId="1518789907" sldId="2147483689"/>
          </pc:sldLayoutMkLst>
        </pc:sldLayoutChg>
        <pc:sldLayoutChg chg="del">
          <pc:chgData name="MIRUNA-ALEXIA RUS" userId="f45650ca-0212-49c7-8cd6-0b4222ccd185" providerId="ADAL" clId="{26EA543E-4D11-4955-A7C7-6D3A1C62CBCE}" dt="2026-01-10T21:10:09.152" v="1140" actId="47"/>
          <pc:sldLayoutMkLst>
            <pc:docMk/>
            <pc:sldMasterMk cId="1556065105" sldId="2147483667"/>
            <pc:sldLayoutMk cId="11488423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5" r:id="rId17"/>
    <p:sldLayoutId id="2147483686" r:id="rId18"/>
    <p:sldLayoutId id="2147483687" r:id="rId19"/>
    <p:sldLayoutId id="2147483691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3406" y="1521931"/>
            <a:ext cx="4439894" cy="16681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Frauda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asigurări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D6F49D-C9AC-8876-A2E3-A9C299E67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820324"/>
            <a:ext cx="5270053" cy="5217351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907E5C2-62D6-5F43-085B-0CAC72933DF3}"/>
              </a:ext>
            </a:extLst>
          </p:cNvPr>
          <p:cNvSpPr txBox="1">
            <a:spLocks/>
          </p:cNvSpPr>
          <p:nvPr/>
        </p:nvSpPr>
        <p:spPr>
          <a:xfrm>
            <a:off x="9148970" y="5035632"/>
            <a:ext cx="2718609" cy="1511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Miruna-Alexia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Cojocaru Eugeniu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8705" y="542926"/>
            <a:ext cx="4439894" cy="166814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asigurări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</a:t>
            </a:r>
            <a:b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Hard fraud </a:t>
            </a:r>
            <a:r>
              <a:rPr lang="en-US" sz="3100" dirty="0"/>
              <a:t>-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B01F0E-A2AF-16F5-D69F-BD909738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26380"/>
            <a:ext cx="5270053" cy="4005239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79344F-BB0B-3DAB-B947-122A6DAA5E0F}"/>
              </a:ext>
            </a:extLst>
          </p:cNvPr>
          <p:cNvSpPr txBox="1"/>
          <p:nvPr/>
        </p:nvSpPr>
        <p:spPr>
          <a:xfrm>
            <a:off x="6911628" y="2590167"/>
            <a:ext cx="5054047" cy="31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România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&gt; 50 de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milioane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€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anual</a:t>
            </a:r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Principalele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Crash for cash</a:t>
            </a:r>
          </a:p>
          <a:p>
            <a:pPr marL="800100" lvl="1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Falsificarea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polițelor</a:t>
            </a:r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incomplete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false</a:t>
            </a:r>
          </a:p>
          <a:p>
            <a:pPr marL="285750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Asociația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Cooperare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Antifraudă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Domeniul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Asigurărilor</a:t>
            </a:r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Studiu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caz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BMW, Citroen &amp; Generali</a:t>
            </a: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121A3B8-097E-5622-19C4-7A9FB6CC3CBC}"/>
              </a:ext>
            </a:extLst>
          </p:cNvPr>
          <p:cNvSpPr txBox="1">
            <a:spLocks/>
          </p:cNvSpPr>
          <p:nvPr/>
        </p:nvSpPr>
        <p:spPr>
          <a:xfrm>
            <a:off x="5034488" y="636856"/>
            <a:ext cx="5759622" cy="169804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Frauda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sociologic</a:t>
            </a:r>
            <a:r>
              <a:rPr lang="ro-RO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Hard fraud -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57386-C0BA-FD26-1F42-02A0CEE0495E}"/>
              </a:ext>
            </a:extLst>
          </p:cNvPr>
          <p:cNvSpPr txBox="1"/>
          <p:nvPr/>
        </p:nvSpPr>
        <p:spPr>
          <a:xfrm>
            <a:off x="3826150" y="2629328"/>
            <a:ext cx="5722663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Studiu de caz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o-R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Vernon</a:t>
            </a:r>
            <a:r>
              <a:rPr lang="ro-R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Florida – Orașul Cioturilor</a:t>
            </a:r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Comunitate cu 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o-RO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locuitori, responsabilă pentru  2/3 din toate cererile de despăgubire pentru pierderea membrelor din Statele Unite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ro-RO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retragerea completă a asigurătorilor din regiune și creșterea primelor la niveluri extreme.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0436CB-8E4D-3E2B-2C83-69C2033E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9286"/>
            <a:ext cx="2579126" cy="36512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4D2812-2E1E-E11A-A55C-C1809853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8813" y="2334902"/>
            <a:ext cx="2658796" cy="41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corporativă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masivă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Hard fraud -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9553" y="2407953"/>
            <a:ext cx="7154711" cy="23009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Scandalul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Equity Funding Corporation of America,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izbucnit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1973 – prima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fraudă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majoră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asistată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calculator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 electronic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64.000 de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polițe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asigurare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viață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fictive,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persoane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inexistente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rauda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estimată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 </a:t>
            </a:r>
            <a:r>
              <a:rPr lang="en-US" b="1" noProof="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miliarde</a:t>
            </a:r>
            <a:r>
              <a:rPr lang="en-US" b="1" noProof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E58738-0B1B-3F05-304B-E475A3C79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26" y="4404855"/>
            <a:ext cx="5441923" cy="190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813" y="199106"/>
            <a:ext cx="3009841" cy="8832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o-RO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statistică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6317136-BD58-EBC9-2332-DFE81F00E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407" y="1326526"/>
            <a:ext cx="9019761" cy="482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53716"/>
          </a:xfrm>
          <a:noFill/>
        </p:spPr>
        <p:txBody>
          <a:bodyPr/>
          <a:lstStyle/>
          <a:p>
            <a:pPr algn="ctr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Investigarea &amp; combaterea fraudei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BA2F8-2733-D52D-3A88-AE01E5730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63" y="1426265"/>
            <a:ext cx="9878874" cy="45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4A9919-C77B-4DEE-B7F8-B9A289E9E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7289975" cy="133894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B5ED5-2C08-4519-B88A-E933BAA84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4827850"/>
            <a:ext cx="12192000" cy="205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62" y="5530550"/>
            <a:ext cx="10654274" cy="67541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ro-RO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Venitul anual brut &amp; riscul de fraudă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B9CE4F-048D-4320-B7EF-E5AEA4020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0990" y="0"/>
            <a:ext cx="863010" cy="485029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7DE3F0-E5A7-4C2D-927E-566380867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632375"/>
            <a:ext cx="3875314" cy="11954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9EA87C-793F-4321-A0BC-4DB860289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763624" y="1392865"/>
            <a:ext cx="1428376" cy="345743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EE00FC4-5601-4185-8A23-E15BD4D7B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367404" y="0"/>
            <a:ext cx="1824596" cy="433891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DDF1E40-7840-92B6-120F-89D2EFA6E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534" y="611000"/>
            <a:ext cx="5736494" cy="41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D61EC8C-9F54-4671-8E82-4AE6101D6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177768" y="0"/>
            <a:ext cx="5014232" cy="6868738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713264 w 4584879"/>
              <a:gd name="connsiteY2" fmla="*/ 6863976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408998"/>
              <a:gd name="connsiteY0" fmla="*/ 4762 h 6868738"/>
              <a:gd name="connsiteX1" fmla="*/ 4408998 w 4408998"/>
              <a:gd name="connsiteY1" fmla="*/ 0 h 6868738"/>
              <a:gd name="connsiteX2" fmla="*/ 2713264 w 4408998"/>
              <a:gd name="connsiteY2" fmla="*/ 6868738 h 6868738"/>
              <a:gd name="connsiteX3" fmla="*/ 0 w 4408998"/>
              <a:gd name="connsiteY3" fmla="*/ 6868738 h 6868738"/>
              <a:gd name="connsiteX4" fmla="*/ 0 w 4408998"/>
              <a:gd name="connsiteY4" fmla="*/ 4762 h 6868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8998" h="6868738">
                <a:moveTo>
                  <a:pt x="0" y="4762"/>
                </a:moveTo>
                <a:lnTo>
                  <a:pt x="4408998" y="0"/>
                </a:lnTo>
                <a:lnTo>
                  <a:pt x="2713264" y="6868738"/>
                </a:lnTo>
                <a:lnTo>
                  <a:pt x="0" y="6868738"/>
                </a:lnTo>
                <a:lnTo>
                  <a:pt x="0" y="476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3598" y="3276599"/>
            <a:ext cx="3738926" cy="30765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Efectul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fraudei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industrii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3C0F64-C997-2214-CA14-9BF1A5447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36" y="533400"/>
            <a:ext cx="5260128" cy="57912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D40F5-A8C4-4952-BCA6-4D0D14F8B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58751" y="0"/>
            <a:ext cx="532263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049615"/>
            <a:ext cx="4902843" cy="938212"/>
          </a:xfrm>
          <a:noFill/>
        </p:spPr>
        <p:txBody>
          <a:bodyPr anchor="b"/>
          <a:lstStyle/>
          <a:p>
            <a:pPr algn="ctr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5022" y="2818780"/>
            <a:ext cx="6390859" cy="3568148"/>
          </a:xfrm>
          <a:noFill/>
        </p:spPr>
        <p:txBody>
          <a:bodyPr anchor="t">
            <a:normAutofit fontScale="32500" lnSpcReduction="2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o-RO" sz="5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preconizează o creștere a fraudelor în anii următori, alimentată de doi factori principali: </a:t>
            </a:r>
          </a:p>
          <a:p>
            <a:pPr marL="971550" lvl="1" indent="-285750" algn="just">
              <a:buFont typeface="Wingdings" panose="05000000000000000000" pitchFamily="2" charset="2"/>
              <a:buChar char="Ø"/>
            </a:pPr>
            <a:r>
              <a:rPr lang="ro-RO" sz="5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Contextul economic – Presiunile financiare și criza costului de viață reprezintă cauza principală (33%). </a:t>
            </a:r>
          </a:p>
          <a:p>
            <a:pPr marL="971550" lvl="1" indent="-285750" algn="just">
              <a:buFont typeface="Wingdings" panose="05000000000000000000" pitchFamily="2" charset="2"/>
              <a:buChar char="Ø"/>
            </a:pPr>
            <a:r>
              <a:rPr lang="ro-RO" sz="5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Digitalizarea – Utilizarea tehnologiei și a inteligenței artificiale (25%) facilitează falsificarea și reduce contactul direct cu asigurătorii, scăzând percepția riscului de a fi prins.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o-RO" sz="55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Combaterea acestui fenomen este dificilă, principalul obstacol fiind obținerea dovezilor.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408fd6a-f1f3-415b-8083-04a6ccb505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AACF876B70B64EBF9CCA02F6669BD8" ma:contentTypeVersion="4" ma:contentTypeDescription="Create a new document." ma:contentTypeScope="" ma:versionID="356a829c204a36002d0e69d75c4073d8">
  <xsd:schema xmlns:xsd="http://www.w3.org/2001/XMLSchema" xmlns:xs="http://www.w3.org/2001/XMLSchema" xmlns:p="http://schemas.microsoft.com/office/2006/metadata/properties" xmlns:ns2="5408fd6a-f1f3-415b-8083-04a6ccb505fb" targetNamespace="http://schemas.microsoft.com/office/2006/metadata/properties" ma:root="true" ma:fieldsID="c62fd35a8c548a93e99a21c8946773f5" ns2:_="">
    <xsd:import namespace="5408fd6a-f1f3-415b-8083-04a6ccb505f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08fd6a-f1f3-415b-8083-04a6ccb505f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8C2D70F-8CAE-4B84-8B48-A9D7B03E9D6B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{455702CC-2E5E-4594-BD10-EB34D414A2C5}TF020710ce-b2a3-4743-8ec4-0abcd2574951ef9f6aa4_win32-415a623b9e9a</Template>
  <TotalTime>100</TotalTime>
  <Words>254</Words>
  <Application>Microsoft Office PowerPoint</Application>
  <PresentationFormat>Widescreen</PresentationFormat>
  <Paragraphs>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Univers Condensed Light</vt:lpstr>
      <vt:lpstr>Walbaum Display Light</vt:lpstr>
      <vt:lpstr>Wingdings</vt:lpstr>
      <vt:lpstr>AngleLinesVTI</vt:lpstr>
      <vt:lpstr>Frauda în asigurări</vt:lpstr>
      <vt:lpstr>Frauda în asigurări auto - Hard fraud - </vt:lpstr>
      <vt:lpstr>AGENDA</vt:lpstr>
      <vt:lpstr>Frauda corporativă masivă - Hard fraud - </vt:lpstr>
      <vt:lpstr>statistică</vt:lpstr>
      <vt:lpstr>Investigarea &amp; combaterea fraudei</vt:lpstr>
      <vt:lpstr>Venitul anual brut &amp; riscul de fraudă</vt:lpstr>
      <vt:lpstr>Efectul fraudei în diferite industrii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MIRUNA-ALEXIA RUS</dc:creator>
  <cp:lastModifiedBy>MIRUNA-ALEXIA RUS</cp:lastModifiedBy>
  <cp:revision>1</cp:revision>
  <dcterms:created xsi:type="dcterms:W3CDTF">2026-01-10T19:41:51Z</dcterms:created>
  <dcterms:modified xsi:type="dcterms:W3CDTF">2026-01-10T21:22:23Z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0x01010081AACF876B70B64EBF9CCA02F6669BD8</vt:lpwstr>
  </property>
</Properties>
</file>